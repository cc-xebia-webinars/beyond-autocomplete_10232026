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6" r:id="rId4"/>
  </p:sldMasterIdLst>
  <p:notesMasterIdLst>
    <p:notesMasterId r:id="rId42"/>
  </p:notesMasterIdLst>
  <p:handoutMasterIdLst>
    <p:handoutMasterId r:id="rId43"/>
  </p:handoutMasterIdLst>
  <p:sldIdLst>
    <p:sldId id="290" r:id="rId5"/>
    <p:sldId id="287" r:id="rId6"/>
    <p:sldId id="256" r:id="rId7"/>
    <p:sldId id="257" r:id="rId8"/>
    <p:sldId id="258" r:id="rId9"/>
    <p:sldId id="259" r:id="rId10"/>
    <p:sldId id="293" r:id="rId11"/>
    <p:sldId id="260" r:id="rId12"/>
    <p:sldId id="261" r:id="rId13"/>
    <p:sldId id="262" r:id="rId14"/>
    <p:sldId id="288" r:id="rId15"/>
    <p:sldId id="289"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92" r:id="rId29"/>
    <p:sldId id="275" r:id="rId30"/>
    <p:sldId id="291" r:id="rId31"/>
    <p:sldId id="276" r:id="rId32"/>
    <p:sldId id="277" r:id="rId33"/>
    <p:sldId id="279" r:id="rId34"/>
    <p:sldId id="280" r:id="rId35"/>
    <p:sldId id="283" r:id="rId36"/>
    <p:sldId id="286" r:id="rId37"/>
    <p:sldId id="284" r:id="rId38"/>
    <p:sldId id="285" r:id="rId39"/>
    <p:sldId id="281" r:id="rId40"/>
    <p:sldId id="282"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037E382B-9C36-7E49-84E8-BCE19F3983A8}">
          <p14:sldIdLst>
            <p14:sldId id="290"/>
          </p14:sldIdLst>
        </p14:section>
        <p14:section name="Best practices" id="{D9E1D182-6CB3-A340-86A3-096129157E2B}">
          <p14:sldIdLst>
            <p14:sldId id="287"/>
          </p14:sldIdLst>
        </p14:section>
        <p14:section name="Title slide" id="{6AB36275-C348-AC45-85CC-F165143366DA}">
          <p14:sldIdLst>
            <p14:sldId id="256"/>
            <p14:sldId id="257"/>
          </p14:sldIdLst>
        </p14:section>
        <p14:section name="Table of contents" id="{86CE6255-5E44-4749-A15C-64EEE2E9D874}">
          <p14:sldIdLst>
            <p14:sldId id="258"/>
            <p14:sldId id="259"/>
            <p14:sldId id="293"/>
          </p14:sldIdLst>
        </p14:section>
        <p14:section name="Speaker" id="{85A8668F-66EB-C54B-89FC-8F7FC62EE839}">
          <p14:sldIdLst>
            <p14:sldId id="260"/>
            <p14:sldId id="261"/>
          </p14:sldIdLst>
        </p14:section>
        <p14:section name="Basic slides" id="{D3120F04-6292-7743-BAA1-49B334691664}">
          <p14:sldIdLst>
            <p14:sldId id="262"/>
            <p14:sldId id="288"/>
            <p14:sldId id="289"/>
            <p14:sldId id="263"/>
            <p14:sldId id="264"/>
            <p14:sldId id="265"/>
            <p14:sldId id="266"/>
            <p14:sldId id="267"/>
            <p14:sldId id="268"/>
            <p14:sldId id="269"/>
          </p14:sldIdLst>
        </p14:section>
        <p14:section name="Slides with photos" id="{E56F723F-80B1-964E-97F9-92859EEE4ACA}">
          <p14:sldIdLst>
            <p14:sldId id="270"/>
            <p14:sldId id="271"/>
            <p14:sldId id="272"/>
            <p14:sldId id="273"/>
            <p14:sldId id="274"/>
            <p14:sldId id="292"/>
            <p14:sldId id="275"/>
            <p14:sldId id="291"/>
          </p14:sldIdLst>
        </p14:section>
        <p14:section name="Chapter" id="{02518A49-418B-8D42-B42E-5877408620A9}">
          <p14:sldIdLst>
            <p14:sldId id="276"/>
            <p14:sldId id="277"/>
          </p14:sldIdLst>
        </p14:section>
        <p14:section name="Contact" id="{F6674AEC-044C-8C4B-91EE-743F2C734E08}">
          <p14:sldIdLst>
            <p14:sldId id="279"/>
            <p14:sldId id="280"/>
          </p14:sldIdLst>
        </p14:section>
        <p14:section name="Additional systems" id="{4BA3E141-CA6D-3349-855D-3513418BA647}">
          <p14:sldIdLst>
            <p14:sldId id="283"/>
            <p14:sldId id="286"/>
            <p14:sldId id="284"/>
            <p14:sldId id="285"/>
          </p14:sldIdLst>
        </p14:section>
        <p14:section name="End cover" id="{BDD90832-9E3D-2741-ACCD-47E320043833}">
          <p14:sldIdLst>
            <p14:sldId id="281"/>
            <p14:sldId id="28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D18D806-E6FF-8F50-3248-A5C31721EB4B}" name="Lukasz Jankowski" initials="LJ" userId="S::l.jankowski@tkhsecurity.com::8db01f9a-2cb7-4184-8075-6159447da6df" providerId="AD"/>
  <p188:author id="{92FFE837-73C3-6AC0-06CD-A1D070AF6CCC}" name="Tomasz Czyzkowski" initials="TC" userId="S::t.czyzkowski@tkhsecurity.com::cb391e26-0ec7-42b7-9d11-5fd467a61d0e" providerId="AD"/>
  <p188:author id="{0C85513B-BFFC-31EA-8110-F23643AA48B5}" name="James Blackhouse" initials="JB" userId="S::j.blackhouse@tkhsecurity.com::e9bee8b6-a9fd-46f1-a654-e9978a71fa20" providerId="AD"/>
  <p188:author id="{A7C98A5F-D624-C4C8-99CF-5D2436618900}" name="Michel Binnekade" initials="MB" userId="S::m.binnekade@tkhsecurity.com::025eaaf3-27f0-434a-beef-25af5024a4a8" providerId="AD"/>
  <p188:author id="{821F2196-9111-6A38-AA96-1131B7936930}" name="Maurice Moerkerk" initials="MM" userId="S::m.moerkerk@tkhsecurity.com::e5721b2c-9263-49ed-9592-4b00baa61d7c"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Katie Rodenhiser" initials="KR" lastIdx="1" clrIdx="0">
    <p:extLst>
      <p:ext uri="{19B8F6BF-5375-455C-9EA6-DF929625EA0E}">
        <p15:presenceInfo xmlns:p15="http://schemas.microsoft.com/office/powerpoint/2012/main" userId="b16a09752826990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1E53"/>
    <a:srgbClr val="CCCC00"/>
    <a:srgbClr val="C5D800"/>
    <a:srgbClr val="000000"/>
    <a:srgbClr val="FFFFFF"/>
    <a:srgbClr val="BBBDC7"/>
    <a:srgbClr val="63666F"/>
    <a:srgbClr val="3C483A"/>
    <a:srgbClr val="333333"/>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395"/>
    <p:restoredTop sz="96327"/>
  </p:normalViewPr>
  <p:slideViewPr>
    <p:cSldViewPr snapToGrid="0">
      <p:cViewPr>
        <p:scale>
          <a:sx n="118" d="100"/>
          <a:sy n="118" d="100"/>
        </p:scale>
        <p:origin x="104" y="-56"/>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handoutMaster" Target="handoutMasters/handoutMaster1.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92D5-0540-ACB1-EFD0FB681783}"/>
            </c:ext>
          </c:extLst>
        </c:ser>
        <c:ser>
          <c:idx val="1"/>
          <c:order val="1"/>
          <c:tx>
            <c:strRef>
              <c:f>Sheet1!$C$1</c:f>
              <c:strCache>
                <c:ptCount val="1"/>
                <c:pt idx="0">
                  <c:v>Series 2</c:v>
                </c:pt>
              </c:strCache>
            </c:strRef>
          </c:tx>
          <c:spPr>
            <a:solidFill>
              <a:schemeClr val="tx2"/>
            </a:solidFill>
            <a:ln>
              <a:solidFill>
                <a:schemeClr val="tx2"/>
              </a:solid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92D5-0540-ACB1-EFD0FB681783}"/>
            </c:ext>
          </c:extLst>
        </c:ser>
        <c:ser>
          <c:idx val="2"/>
          <c:order val="2"/>
          <c:tx>
            <c:strRef>
              <c:f>Sheet1!$D$1</c:f>
              <c:strCache>
                <c:ptCount val="1"/>
                <c:pt idx="0">
                  <c:v>Series 3</c:v>
                </c:pt>
              </c:strCache>
            </c:strRef>
          </c:tx>
          <c:spPr>
            <a:solidFill>
              <a:schemeClr val="accent3"/>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92D5-0540-ACB1-EFD0FB681783}"/>
            </c:ext>
          </c:extLst>
        </c:ser>
        <c:dLbls>
          <c:showLegendKey val="0"/>
          <c:showVal val="0"/>
          <c:showCatName val="0"/>
          <c:showSerName val="0"/>
          <c:showPercent val="0"/>
          <c:showBubbleSize val="0"/>
        </c:dLbls>
        <c:gapWidth val="219"/>
        <c:overlap val="-27"/>
        <c:axId val="1050167167"/>
        <c:axId val="478833904"/>
      </c:barChart>
      <c:catAx>
        <c:axId val="10501671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78833904"/>
        <c:crosses val="autoZero"/>
        <c:auto val="1"/>
        <c:lblAlgn val="ctr"/>
        <c:lblOffset val="100"/>
        <c:noMultiLvlLbl val="0"/>
      </c:catAx>
      <c:valAx>
        <c:axId val="4788339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5016716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Sales</c:v>
                </c:pt>
              </c:strCache>
            </c:strRef>
          </c:tx>
          <c:dPt>
            <c:idx val="0"/>
            <c:bubble3D val="0"/>
            <c:spPr>
              <a:solidFill>
                <a:schemeClr val="tx2"/>
              </a:solidFill>
              <a:ln w="19050">
                <a:solidFill>
                  <a:schemeClr val="lt1"/>
                </a:solidFill>
              </a:ln>
              <a:effectLst/>
            </c:spPr>
            <c:extLst>
              <c:ext xmlns:c16="http://schemas.microsoft.com/office/drawing/2014/chart" uri="{C3380CC4-5D6E-409C-BE32-E72D297353CC}">
                <c16:uniqueId val="{00000001-36B7-5C4E-80B6-3107B2D51468}"/>
              </c:ext>
            </c:extLst>
          </c:dPt>
          <c:dPt>
            <c:idx val="1"/>
            <c:bubble3D val="0"/>
            <c:spPr>
              <a:solidFill>
                <a:schemeClr val="accent1"/>
              </a:solidFill>
              <a:ln w="19050">
                <a:solidFill>
                  <a:schemeClr val="lt1"/>
                </a:solidFill>
              </a:ln>
              <a:effectLst/>
            </c:spPr>
            <c:extLst>
              <c:ext xmlns:c16="http://schemas.microsoft.com/office/drawing/2014/chart" uri="{C3380CC4-5D6E-409C-BE32-E72D297353CC}">
                <c16:uniqueId val="{00000002-36B7-5C4E-80B6-3107B2D51468}"/>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C724-0D41-8A54-75D43452497F}"/>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C724-0D41-8A54-75D43452497F}"/>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36B7-5C4E-80B6-3107B2D51468}"/>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CDE0C97-FC84-4FA3-94B2-A2693F1DF8F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5466CDB-08FD-4215-945B-F7E4727980D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46A187C-FE9A-4CBF-8DC5-46EDAAA4812B}" type="datetimeFigureOut">
              <a:rPr lang="en-US" smtClean="0"/>
              <a:t>1/22/2025</a:t>
            </a:fld>
            <a:endParaRPr lang="en-US"/>
          </a:p>
        </p:txBody>
      </p:sp>
      <p:sp>
        <p:nvSpPr>
          <p:cNvPr id="4" name="Footer Placeholder 3">
            <a:extLst>
              <a:ext uri="{FF2B5EF4-FFF2-40B4-BE49-F238E27FC236}">
                <a16:creationId xmlns:a16="http://schemas.microsoft.com/office/drawing/2014/main" id="{42C9E8D8-AB29-4310-8001-F9AAE19A1FB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D15E8FD-5003-4D3A-9435-D56C001B35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E667EC5-5FFB-4456-A040-A0D3DA7290B4}" type="slidenum">
              <a:rPr lang="en-US" smtClean="0"/>
              <a:t>‹#›</a:t>
            </a:fld>
            <a:endParaRPr lang="en-US"/>
          </a:p>
        </p:txBody>
      </p:sp>
    </p:spTree>
    <p:extLst>
      <p:ext uri="{BB962C8B-B14F-4D97-AF65-F5344CB8AC3E}">
        <p14:creationId xmlns:p14="http://schemas.microsoft.com/office/powerpoint/2010/main" val="20119325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B07F3D-707A-0642-BB43-33570534D262}" type="datetimeFigureOut">
              <a:rPr lang="nl-NL" smtClean="0"/>
              <a:t>22-1-2025</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A436E3-AA75-1C45-8244-94B7C1AF8735}" type="slidenum">
              <a:rPr lang="nl-NL" smtClean="0"/>
              <a:t>‹#›</a:t>
            </a:fld>
            <a:endParaRPr lang="nl-NL"/>
          </a:p>
        </p:txBody>
      </p:sp>
    </p:spTree>
    <p:extLst>
      <p:ext uri="{BB962C8B-B14F-4D97-AF65-F5344CB8AC3E}">
        <p14:creationId xmlns:p14="http://schemas.microsoft.com/office/powerpoint/2010/main" val="727904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F3A436E3-AA75-1C45-8244-94B7C1AF8735}" type="slidenum">
              <a:rPr lang="nl-NL" smtClean="0"/>
              <a:t>2</a:t>
            </a:fld>
            <a:endParaRPr lang="nl-NL"/>
          </a:p>
        </p:txBody>
      </p:sp>
    </p:spTree>
    <p:extLst>
      <p:ext uri="{BB962C8B-B14F-4D97-AF65-F5344CB8AC3E}">
        <p14:creationId xmlns:p14="http://schemas.microsoft.com/office/powerpoint/2010/main" val="23677968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3A436E3-AA75-1C45-8244-94B7C1AF8735}" type="slidenum">
              <a:rPr lang="nl-NL" smtClean="0"/>
              <a:t>33</a:t>
            </a:fld>
            <a:endParaRPr lang="nl-NL"/>
          </a:p>
        </p:txBody>
      </p:sp>
    </p:spTree>
    <p:extLst>
      <p:ext uri="{BB962C8B-B14F-4D97-AF65-F5344CB8AC3E}">
        <p14:creationId xmlns:p14="http://schemas.microsoft.com/office/powerpoint/2010/main" val="6838571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in-cover_light">
    <p:bg>
      <p:bgPr>
        <a:solidFill>
          <a:schemeClr val="bg1"/>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0D52A9A4-97F2-7F53-0D44-94858DC3118F}"/>
              </a:ext>
            </a:extLst>
          </p:cNvPr>
          <p:cNvSpPr/>
          <p:nvPr userDrawn="1"/>
        </p:nvSpPr>
        <p:spPr>
          <a:xfrm>
            <a:off x="2575367" y="-1"/>
            <a:ext cx="6967960" cy="6867819"/>
          </a:xfrm>
          <a:custGeom>
            <a:avLst/>
            <a:gdLst>
              <a:gd name="connsiteX0" fmla="*/ 0 w 7089494"/>
              <a:gd name="connsiteY0" fmla="*/ 0 h 6858001"/>
              <a:gd name="connsiteX1" fmla="*/ 7089494 w 7089494"/>
              <a:gd name="connsiteY1" fmla="*/ 0 h 6858001"/>
              <a:gd name="connsiteX2" fmla="*/ 7089494 w 7089494"/>
              <a:gd name="connsiteY2" fmla="*/ 6858001 h 6858001"/>
              <a:gd name="connsiteX3" fmla="*/ 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6013048 w 7089494"/>
              <a:gd name="connsiteY3" fmla="*/ 668438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6967960"/>
              <a:gd name="connsiteY0" fmla="*/ 0 h 6863789"/>
              <a:gd name="connsiteX1" fmla="*/ 1319514 w 6967960"/>
              <a:gd name="connsiteY1" fmla="*/ 0 h 6863789"/>
              <a:gd name="connsiteX2" fmla="*/ 6967960 w 6967960"/>
              <a:gd name="connsiteY2" fmla="*/ 6863789 h 6863789"/>
              <a:gd name="connsiteX3" fmla="*/ 5202820 w 6967960"/>
              <a:gd name="connsiteY3" fmla="*/ 6858001 h 6863789"/>
              <a:gd name="connsiteX4" fmla="*/ 0 w 6967960"/>
              <a:gd name="connsiteY4" fmla="*/ 0 h 6863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67960" h="6863789">
                <a:moveTo>
                  <a:pt x="0" y="0"/>
                </a:moveTo>
                <a:lnTo>
                  <a:pt x="1319514" y="0"/>
                </a:lnTo>
                <a:cubicBezTo>
                  <a:pt x="2322654" y="4375230"/>
                  <a:pt x="5044633" y="4577789"/>
                  <a:pt x="6967960" y="6863789"/>
                </a:cubicBezTo>
                <a:lnTo>
                  <a:pt x="5202820" y="6858001"/>
                </a:lnTo>
                <a:cubicBezTo>
                  <a:pt x="3624805" y="4299996"/>
                  <a:pt x="1196049" y="2708476"/>
                  <a:pt x="0" y="0"/>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7" name="Text Placeholder 6">
            <a:extLst>
              <a:ext uri="{FF2B5EF4-FFF2-40B4-BE49-F238E27FC236}">
                <a16:creationId xmlns:a16="http://schemas.microsoft.com/office/drawing/2014/main" id="{E826FE26-AFDB-F07C-663E-7C33DA765794}"/>
              </a:ext>
            </a:extLst>
          </p:cNvPr>
          <p:cNvSpPr>
            <a:spLocks noGrp="1"/>
          </p:cNvSpPr>
          <p:nvPr>
            <p:ph idx="1" hasCustomPrompt="1"/>
          </p:nvPr>
        </p:nvSpPr>
        <p:spPr>
          <a:xfrm>
            <a:off x="550862" y="5542224"/>
            <a:ext cx="5545138" cy="766300"/>
          </a:xfrm>
          <a:prstGeom prst="rect">
            <a:avLst/>
          </a:prstGeom>
        </p:spPr>
        <p:txBody>
          <a:bodyPr vert="horz" lIns="0" tIns="0" rIns="0" bIns="0" rtlCol="0">
            <a:normAutofit/>
          </a:bodyPr>
          <a:lstStyle>
            <a:lvl1pPr marL="0" indent="0">
              <a:buNone/>
              <a:defRPr/>
            </a:lvl1pPr>
            <a:lvl2pPr marL="457200" indent="0">
              <a:buNone/>
              <a:defRPr/>
            </a:lvl2pPr>
            <a:lvl3pPr marL="914400" indent="0">
              <a:buNone/>
              <a:defRPr/>
            </a:lvl3pPr>
          </a:lstStyle>
          <a:p>
            <a:pPr lvl="0"/>
            <a:r>
              <a:rPr lang="en-GB" dirty="0"/>
              <a:t>Click to edit Master text styles</a:t>
            </a:r>
          </a:p>
        </p:txBody>
      </p:sp>
      <p:sp>
        <p:nvSpPr>
          <p:cNvPr id="8" name="Title Placeholder 10">
            <a:extLst>
              <a:ext uri="{FF2B5EF4-FFF2-40B4-BE49-F238E27FC236}">
                <a16:creationId xmlns:a16="http://schemas.microsoft.com/office/drawing/2014/main" id="{D0396193-2776-6A62-7DE8-4E7F9141097E}"/>
              </a:ext>
            </a:extLst>
          </p:cNvPr>
          <p:cNvSpPr>
            <a:spLocks noGrp="1"/>
          </p:cNvSpPr>
          <p:nvPr>
            <p:ph type="title" hasCustomPrompt="1"/>
          </p:nvPr>
        </p:nvSpPr>
        <p:spPr>
          <a:xfrm>
            <a:off x="550863" y="4298206"/>
            <a:ext cx="5545138" cy="1244018"/>
          </a:xfrm>
          <a:prstGeom prst="rect">
            <a:avLst/>
          </a:prstGeom>
        </p:spPr>
        <p:txBody>
          <a:bodyPr vert="horz" lIns="0" tIns="0" rIns="0" bIns="0" rtlCol="0" anchor="t">
            <a:normAutofit/>
          </a:bodyPr>
          <a:lstStyle>
            <a:lvl1pPr>
              <a:defRPr>
                <a:solidFill>
                  <a:schemeClr val="tx2"/>
                </a:solidFill>
              </a:defRPr>
            </a:lvl1pPr>
          </a:lstStyle>
          <a:p>
            <a:r>
              <a:rPr lang="en-GB" dirty="0"/>
              <a:t>Title of the</a:t>
            </a:r>
            <a:br>
              <a:rPr lang="en-GB" dirty="0"/>
            </a:br>
            <a:r>
              <a:rPr lang="en-GB" dirty="0"/>
              <a:t>presentation</a:t>
            </a:r>
            <a:endParaRPr lang="en-PL" dirty="0"/>
          </a:p>
        </p:txBody>
      </p:sp>
      <p:sp>
        <p:nvSpPr>
          <p:cNvPr id="24" name="Picture Placeholder 23">
            <a:extLst>
              <a:ext uri="{FF2B5EF4-FFF2-40B4-BE49-F238E27FC236}">
                <a16:creationId xmlns:a16="http://schemas.microsoft.com/office/drawing/2014/main" id="{EE48DFFF-E338-09B9-2477-E5D55A4DD2B9}"/>
              </a:ext>
            </a:extLst>
          </p:cNvPr>
          <p:cNvSpPr>
            <a:spLocks noGrp="1"/>
          </p:cNvSpPr>
          <p:nvPr>
            <p:ph type="pic" sz="quarter" idx="10" hasCustomPrompt="1"/>
          </p:nvPr>
        </p:nvSpPr>
        <p:spPr>
          <a:xfrm>
            <a:off x="3958542" y="1"/>
            <a:ext cx="8233458" cy="6858000"/>
          </a:xfrm>
          <a:custGeom>
            <a:avLst/>
            <a:gdLst>
              <a:gd name="connsiteX0" fmla="*/ 0 w 8233458"/>
              <a:gd name="connsiteY0" fmla="*/ 0 h 6858000"/>
              <a:gd name="connsiteX1" fmla="*/ 8233458 w 8233458"/>
              <a:gd name="connsiteY1" fmla="*/ 0 h 6858000"/>
              <a:gd name="connsiteX2" fmla="*/ 8233458 w 8233458"/>
              <a:gd name="connsiteY2" fmla="*/ 6858000 h 6858000"/>
              <a:gd name="connsiteX3" fmla="*/ 5776855 w 8233458"/>
              <a:gd name="connsiteY3" fmla="*/ 6858000 h 6858000"/>
              <a:gd name="connsiteX4" fmla="*/ 2226297 w 8233458"/>
              <a:gd name="connsiteY4" fmla="*/ 3819525 h 6858000"/>
              <a:gd name="connsiteX5" fmla="*/ 0 w 823345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33458" h="6858000">
                <a:moveTo>
                  <a:pt x="0" y="0"/>
                </a:moveTo>
                <a:lnTo>
                  <a:pt x="8233458" y="0"/>
                </a:lnTo>
                <a:lnTo>
                  <a:pt x="8233458" y="6858000"/>
                </a:lnTo>
                <a:lnTo>
                  <a:pt x="5776855" y="6858000"/>
                </a:lnTo>
                <a:cubicBezTo>
                  <a:pt x="5776855" y="6858000"/>
                  <a:pt x="3771270" y="5153026"/>
                  <a:pt x="2226297" y="3819525"/>
                </a:cubicBezTo>
                <a:cubicBezTo>
                  <a:pt x="681323" y="2486025"/>
                  <a:pt x="0" y="0"/>
                  <a:pt x="0" y="0"/>
                </a:cubicBezTo>
                <a:close/>
              </a:path>
            </a:pathLst>
          </a:custGeom>
          <a:solidFill>
            <a:schemeClr val="bg2"/>
          </a:solidFill>
        </p:spPr>
        <p:txBody>
          <a:bodyPr wrap="square" lIns="2520000" rIns="2520000" anchor="ctr">
            <a:noAutofit/>
          </a:bodyPr>
          <a:lstStyle>
            <a:lvl1pPr marL="0" indent="0" algn="ctr">
              <a:buNone/>
              <a:defRPr sz="1600"/>
            </a:lvl1pPr>
          </a:lstStyle>
          <a:p>
            <a:r>
              <a:rPr lang="en-GB" dirty="0"/>
              <a:t>You can add a photo</a:t>
            </a:r>
          </a:p>
        </p:txBody>
      </p:sp>
      <p:sp>
        <p:nvSpPr>
          <p:cNvPr id="36" name="Freeform 35">
            <a:extLst>
              <a:ext uri="{FF2B5EF4-FFF2-40B4-BE49-F238E27FC236}">
                <a16:creationId xmlns:a16="http://schemas.microsoft.com/office/drawing/2014/main" id="{65547924-9C4A-ECA1-A5C7-F0DEF0CA22FA}"/>
              </a:ext>
            </a:extLst>
          </p:cNvPr>
          <p:cNvSpPr/>
          <p:nvPr userDrawn="1"/>
        </p:nvSpPr>
        <p:spPr>
          <a:xfrm>
            <a:off x="3003630" y="-1"/>
            <a:ext cx="6769849" cy="6867819"/>
          </a:xfrm>
          <a:custGeom>
            <a:avLst/>
            <a:gdLst>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0 w 6765403"/>
              <a:gd name="connsiteY6" fmla="*/ 685800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5972537 w 6765403"/>
              <a:gd name="connsiteY6" fmla="*/ 6869574 h 6869574"/>
              <a:gd name="connsiteX7" fmla="*/ 0 w 6765403"/>
              <a:gd name="connsiteY7" fmla="*/ 0 h 6869574"/>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6400800 w 6765403"/>
              <a:gd name="connsiteY6" fmla="*/ 6834850 h 6858000"/>
              <a:gd name="connsiteX7" fmla="*/ 0 w 6765403"/>
              <a:gd name="connsiteY7" fmla="*/ 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117221"/>
              <a:gd name="connsiteY0" fmla="*/ 0 h 6875361"/>
              <a:gd name="connsiteX1" fmla="*/ 381965 w 6117221"/>
              <a:gd name="connsiteY1" fmla="*/ 5787 h 6875361"/>
              <a:gd name="connsiteX2" fmla="*/ 2589483 w 6117221"/>
              <a:gd name="connsiteY2" fmla="*/ 3824334 h 6875361"/>
              <a:gd name="connsiteX3" fmla="*/ 6110093 w 6117221"/>
              <a:gd name="connsiteY3" fmla="*/ 6862031 h 6875361"/>
              <a:gd name="connsiteX4" fmla="*/ 6117221 w 6117221"/>
              <a:gd name="connsiteY4" fmla="*/ 6862031 h 6875361"/>
              <a:gd name="connsiteX5" fmla="*/ 6117221 w 6117221"/>
              <a:gd name="connsiteY5" fmla="*/ 6863787 h 6875361"/>
              <a:gd name="connsiteX6" fmla="*/ 5775768 w 6117221"/>
              <a:gd name="connsiteY6" fmla="*/ 6875361 h 6875361"/>
              <a:gd name="connsiteX7" fmla="*/ 0 w 6117221"/>
              <a:gd name="connsiteY7" fmla="*/ 0 h 6875361"/>
              <a:gd name="connsiteX0" fmla="*/ 0 w 6701742"/>
              <a:gd name="connsiteY0" fmla="*/ 1 h 6869574"/>
              <a:gd name="connsiteX1" fmla="*/ 966486 w 6701742"/>
              <a:gd name="connsiteY1" fmla="*/ 0 h 6869574"/>
              <a:gd name="connsiteX2" fmla="*/ 3174004 w 6701742"/>
              <a:gd name="connsiteY2" fmla="*/ 3818547 h 6869574"/>
              <a:gd name="connsiteX3" fmla="*/ 6694614 w 6701742"/>
              <a:gd name="connsiteY3" fmla="*/ 6856244 h 6869574"/>
              <a:gd name="connsiteX4" fmla="*/ 6701742 w 6701742"/>
              <a:gd name="connsiteY4" fmla="*/ 6856244 h 6869574"/>
              <a:gd name="connsiteX5" fmla="*/ 6701742 w 6701742"/>
              <a:gd name="connsiteY5" fmla="*/ 6858000 h 6869574"/>
              <a:gd name="connsiteX6" fmla="*/ 6360289 w 6701742"/>
              <a:gd name="connsiteY6" fmla="*/ 6869574 h 6869574"/>
              <a:gd name="connsiteX7" fmla="*/ 0 w 6701742"/>
              <a:gd name="connsiteY7" fmla="*/ 1 h 6869574"/>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939023"/>
              <a:gd name="connsiteX1" fmla="*/ 966486 w 6701742"/>
              <a:gd name="connsiteY1" fmla="*/ 0 h 6939023"/>
              <a:gd name="connsiteX2" fmla="*/ 3174004 w 6701742"/>
              <a:gd name="connsiteY2" fmla="*/ 3818547 h 6939023"/>
              <a:gd name="connsiteX3" fmla="*/ 6694614 w 6701742"/>
              <a:gd name="connsiteY3" fmla="*/ 6856244 h 6939023"/>
              <a:gd name="connsiteX4" fmla="*/ 6701742 w 6701742"/>
              <a:gd name="connsiteY4" fmla="*/ 6856244 h 6939023"/>
              <a:gd name="connsiteX5" fmla="*/ 6643869 w 6701742"/>
              <a:gd name="connsiteY5" fmla="*/ 6939023 h 6939023"/>
              <a:gd name="connsiteX6" fmla="*/ 6354502 w 6701742"/>
              <a:gd name="connsiteY6" fmla="*/ 6863787 h 6939023"/>
              <a:gd name="connsiteX7" fmla="*/ 0 w 6701742"/>
              <a:gd name="connsiteY7" fmla="*/ 1 h 6939023"/>
              <a:gd name="connsiteX0" fmla="*/ 0 w 6776977"/>
              <a:gd name="connsiteY0" fmla="*/ 1 h 7070376"/>
              <a:gd name="connsiteX1" fmla="*/ 966486 w 6776977"/>
              <a:gd name="connsiteY1" fmla="*/ 0 h 7070376"/>
              <a:gd name="connsiteX2" fmla="*/ 3174004 w 6776977"/>
              <a:gd name="connsiteY2" fmla="*/ 3818547 h 7070376"/>
              <a:gd name="connsiteX3" fmla="*/ 6694614 w 6776977"/>
              <a:gd name="connsiteY3" fmla="*/ 6856244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76977"/>
              <a:gd name="connsiteY0" fmla="*/ 1 h 7070376"/>
              <a:gd name="connsiteX1" fmla="*/ 966486 w 6776977"/>
              <a:gd name="connsiteY1" fmla="*/ 0 h 7070376"/>
              <a:gd name="connsiteX2" fmla="*/ 3174004 w 6776977"/>
              <a:gd name="connsiteY2" fmla="*/ 3818547 h 7070376"/>
              <a:gd name="connsiteX3" fmla="*/ 6769849 w 6776977"/>
              <a:gd name="connsiteY3" fmla="*/ 6867819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69849"/>
              <a:gd name="connsiteY0" fmla="*/ 1 h 6939023"/>
              <a:gd name="connsiteX1" fmla="*/ 966486 w 6769849"/>
              <a:gd name="connsiteY1" fmla="*/ 0 h 6939023"/>
              <a:gd name="connsiteX2" fmla="*/ 3174004 w 6769849"/>
              <a:gd name="connsiteY2" fmla="*/ 3818547 h 6939023"/>
              <a:gd name="connsiteX3" fmla="*/ 6769849 w 6769849"/>
              <a:gd name="connsiteY3" fmla="*/ 6867819 h 6939023"/>
              <a:gd name="connsiteX4" fmla="*/ 6643869 w 6769849"/>
              <a:gd name="connsiteY4" fmla="*/ 6939023 h 6939023"/>
              <a:gd name="connsiteX5" fmla="*/ 6354502 w 6769849"/>
              <a:gd name="connsiteY5" fmla="*/ 6863787 h 6939023"/>
              <a:gd name="connsiteX6" fmla="*/ 0 w 6769849"/>
              <a:gd name="connsiteY6" fmla="*/ 1 h 6939023"/>
              <a:gd name="connsiteX0" fmla="*/ 0 w 6769849"/>
              <a:gd name="connsiteY0" fmla="*/ 1 h 6867819"/>
              <a:gd name="connsiteX1" fmla="*/ 966486 w 6769849"/>
              <a:gd name="connsiteY1" fmla="*/ 0 h 6867819"/>
              <a:gd name="connsiteX2" fmla="*/ 3174004 w 6769849"/>
              <a:gd name="connsiteY2" fmla="*/ 3818547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04557 w 6769849"/>
              <a:gd name="connsiteY2" fmla="*/ 3859058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27706 w 6769849"/>
              <a:gd name="connsiteY2" fmla="*/ 3754885 h 6867819"/>
              <a:gd name="connsiteX3" fmla="*/ 6769849 w 6769849"/>
              <a:gd name="connsiteY3" fmla="*/ 6867819 h 6867819"/>
              <a:gd name="connsiteX4" fmla="*/ 6354502 w 6769849"/>
              <a:gd name="connsiteY4" fmla="*/ 6863787 h 6867819"/>
              <a:gd name="connsiteX5" fmla="*/ 0 w 6769849"/>
              <a:gd name="connsiteY5" fmla="*/ 1 h 686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9849" h="6867819">
                <a:moveTo>
                  <a:pt x="0" y="1"/>
                </a:moveTo>
                <a:lnTo>
                  <a:pt x="966486" y="0"/>
                </a:lnTo>
                <a:cubicBezTo>
                  <a:pt x="1135707" y="386604"/>
                  <a:pt x="1763052" y="2599757"/>
                  <a:pt x="3127706" y="3754885"/>
                </a:cubicBezTo>
                <a:cubicBezTo>
                  <a:pt x="4467217" y="4888731"/>
                  <a:pt x="6074732" y="6204424"/>
                  <a:pt x="6769849" y="6867819"/>
                </a:cubicBezTo>
                <a:lnTo>
                  <a:pt x="6354502" y="6863787"/>
                </a:lnTo>
                <a:cubicBezTo>
                  <a:pt x="3923818" y="4398380"/>
                  <a:pt x="1533646" y="3946967"/>
                  <a:pt x="0" y="1"/>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pic>
        <p:nvPicPr>
          <p:cNvPr id="2" name="Graphic 1">
            <a:extLst>
              <a:ext uri="{FF2B5EF4-FFF2-40B4-BE49-F238E27FC236}">
                <a16:creationId xmlns:a16="http://schemas.microsoft.com/office/drawing/2014/main" id="{8D4A6AB5-6FB6-1B9F-5FF3-BD1A22BCC6B7}"/>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7125" y="533282"/>
            <a:ext cx="1255744" cy="442730"/>
          </a:xfrm>
          <a:prstGeom prst="rect">
            <a:avLst/>
          </a:prstGeom>
        </p:spPr>
      </p:pic>
    </p:spTree>
    <p:extLst>
      <p:ext uri="{BB962C8B-B14F-4D97-AF65-F5344CB8AC3E}">
        <p14:creationId xmlns:p14="http://schemas.microsoft.com/office/powerpoint/2010/main" val="1086958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ain-cover_dark">
    <p:bg>
      <p:bgPr>
        <a:solidFill>
          <a:schemeClr val="tx2"/>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0D52A9A4-97F2-7F53-0D44-94858DC3118F}"/>
              </a:ext>
            </a:extLst>
          </p:cNvPr>
          <p:cNvSpPr/>
          <p:nvPr userDrawn="1"/>
        </p:nvSpPr>
        <p:spPr>
          <a:xfrm>
            <a:off x="2575367" y="-1"/>
            <a:ext cx="6967960" cy="6867819"/>
          </a:xfrm>
          <a:custGeom>
            <a:avLst/>
            <a:gdLst>
              <a:gd name="connsiteX0" fmla="*/ 0 w 7089494"/>
              <a:gd name="connsiteY0" fmla="*/ 0 h 6858001"/>
              <a:gd name="connsiteX1" fmla="*/ 7089494 w 7089494"/>
              <a:gd name="connsiteY1" fmla="*/ 0 h 6858001"/>
              <a:gd name="connsiteX2" fmla="*/ 7089494 w 7089494"/>
              <a:gd name="connsiteY2" fmla="*/ 6858001 h 6858001"/>
              <a:gd name="connsiteX3" fmla="*/ 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6013048 w 7089494"/>
              <a:gd name="connsiteY3" fmla="*/ 668438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6967960"/>
              <a:gd name="connsiteY0" fmla="*/ 0 h 6863789"/>
              <a:gd name="connsiteX1" fmla="*/ 1319514 w 6967960"/>
              <a:gd name="connsiteY1" fmla="*/ 0 h 6863789"/>
              <a:gd name="connsiteX2" fmla="*/ 6967960 w 6967960"/>
              <a:gd name="connsiteY2" fmla="*/ 6863789 h 6863789"/>
              <a:gd name="connsiteX3" fmla="*/ 5202820 w 6967960"/>
              <a:gd name="connsiteY3" fmla="*/ 6858001 h 6863789"/>
              <a:gd name="connsiteX4" fmla="*/ 0 w 6967960"/>
              <a:gd name="connsiteY4" fmla="*/ 0 h 6863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67960" h="6863789">
                <a:moveTo>
                  <a:pt x="0" y="0"/>
                </a:moveTo>
                <a:lnTo>
                  <a:pt x="1319514" y="0"/>
                </a:lnTo>
                <a:cubicBezTo>
                  <a:pt x="2322654" y="4375230"/>
                  <a:pt x="5044633" y="4577789"/>
                  <a:pt x="6967960" y="6863789"/>
                </a:cubicBezTo>
                <a:lnTo>
                  <a:pt x="5202820" y="6858001"/>
                </a:lnTo>
                <a:cubicBezTo>
                  <a:pt x="3624805" y="4299996"/>
                  <a:pt x="1196049" y="2708476"/>
                  <a:pt x="0" y="0"/>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7" name="Text Placeholder 6">
            <a:extLst>
              <a:ext uri="{FF2B5EF4-FFF2-40B4-BE49-F238E27FC236}">
                <a16:creationId xmlns:a16="http://schemas.microsoft.com/office/drawing/2014/main" id="{E826FE26-AFDB-F07C-663E-7C33DA765794}"/>
              </a:ext>
            </a:extLst>
          </p:cNvPr>
          <p:cNvSpPr>
            <a:spLocks noGrp="1"/>
          </p:cNvSpPr>
          <p:nvPr>
            <p:ph idx="1" hasCustomPrompt="1"/>
          </p:nvPr>
        </p:nvSpPr>
        <p:spPr>
          <a:xfrm>
            <a:off x="550862" y="5542224"/>
            <a:ext cx="5545138" cy="766300"/>
          </a:xfrm>
          <a:prstGeom prst="rect">
            <a:avLst/>
          </a:prstGeom>
        </p:spPr>
        <p:txBody>
          <a:bodyPr vert="horz" lIns="0" tIns="0" rIns="0" bIns="0" rtlCol="0">
            <a:normAutofit/>
          </a:bodyPr>
          <a:lstStyle>
            <a:lvl1pPr marL="0" indent="0">
              <a:buNone/>
              <a:defRPr>
                <a:solidFill>
                  <a:schemeClr val="bg1"/>
                </a:solidFill>
              </a:defRPr>
            </a:lvl1pPr>
            <a:lvl2pPr marL="457200" indent="0">
              <a:buNone/>
              <a:defRPr/>
            </a:lvl2pPr>
            <a:lvl3pPr marL="914400" indent="0">
              <a:buNone/>
              <a:defRPr/>
            </a:lvl3pPr>
          </a:lstStyle>
          <a:p>
            <a:pPr lvl="0"/>
            <a:r>
              <a:rPr lang="en-GB" dirty="0"/>
              <a:t>Click to edit Master text styles</a:t>
            </a:r>
          </a:p>
        </p:txBody>
      </p:sp>
      <p:sp>
        <p:nvSpPr>
          <p:cNvPr id="8" name="Title Placeholder 10">
            <a:extLst>
              <a:ext uri="{FF2B5EF4-FFF2-40B4-BE49-F238E27FC236}">
                <a16:creationId xmlns:a16="http://schemas.microsoft.com/office/drawing/2014/main" id="{D0396193-2776-6A62-7DE8-4E7F9141097E}"/>
              </a:ext>
            </a:extLst>
          </p:cNvPr>
          <p:cNvSpPr>
            <a:spLocks noGrp="1"/>
          </p:cNvSpPr>
          <p:nvPr>
            <p:ph type="title" hasCustomPrompt="1"/>
          </p:nvPr>
        </p:nvSpPr>
        <p:spPr>
          <a:xfrm>
            <a:off x="550863" y="4298206"/>
            <a:ext cx="5545138" cy="1244018"/>
          </a:xfrm>
          <a:prstGeom prst="rect">
            <a:avLst/>
          </a:prstGeom>
        </p:spPr>
        <p:txBody>
          <a:bodyPr vert="horz" lIns="0" tIns="0" rIns="0" bIns="0" rtlCol="0" anchor="t">
            <a:normAutofit/>
          </a:bodyPr>
          <a:lstStyle>
            <a:lvl1pPr>
              <a:defRPr>
                <a:solidFill>
                  <a:schemeClr val="bg1"/>
                </a:solidFill>
              </a:defRPr>
            </a:lvl1pPr>
          </a:lstStyle>
          <a:p>
            <a:r>
              <a:rPr lang="en-GB" dirty="0"/>
              <a:t>Title of the</a:t>
            </a:r>
            <a:br>
              <a:rPr lang="en-GB" dirty="0"/>
            </a:br>
            <a:r>
              <a:rPr lang="en-GB" dirty="0"/>
              <a:t>presentation</a:t>
            </a:r>
            <a:endParaRPr lang="en-PL" dirty="0"/>
          </a:p>
        </p:txBody>
      </p:sp>
      <p:pic>
        <p:nvPicPr>
          <p:cNvPr id="10" name="Graphic 9">
            <a:extLst>
              <a:ext uri="{FF2B5EF4-FFF2-40B4-BE49-F238E27FC236}">
                <a16:creationId xmlns:a16="http://schemas.microsoft.com/office/drawing/2014/main" id="{D0F5D002-CB2A-CDB8-B066-EF9C29CF2982}"/>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7125" y="533282"/>
            <a:ext cx="1255744" cy="442730"/>
          </a:xfrm>
          <a:prstGeom prst="rect">
            <a:avLst/>
          </a:prstGeom>
        </p:spPr>
      </p:pic>
      <p:sp>
        <p:nvSpPr>
          <p:cNvPr id="24" name="Picture Placeholder 23">
            <a:extLst>
              <a:ext uri="{FF2B5EF4-FFF2-40B4-BE49-F238E27FC236}">
                <a16:creationId xmlns:a16="http://schemas.microsoft.com/office/drawing/2014/main" id="{EE48DFFF-E338-09B9-2477-E5D55A4DD2B9}"/>
              </a:ext>
            </a:extLst>
          </p:cNvPr>
          <p:cNvSpPr>
            <a:spLocks noGrp="1"/>
          </p:cNvSpPr>
          <p:nvPr>
            <p:ph type="pic" sz="quarter" idx="10" hasCustomPrompt="1"/>
          </p:nvPr>
        </p:nvSpPr>
        <p:spPr>
          <a:xfrm>
            <a:off x="3958542" y="1"/>
            <a:ext cx="8233458" cy="6858000"/>
          </a:xfrm>
          <a:custGeom>
            <a:avLst/>
            <a:gdLst>
              <a:gd name="connsiteX0" fmla="*/ 0 w 8233458"/>
              <a:gd name="connsiteY0" fmla="*/ 0 h 6858000"/>
              <a:gd name="connsiteX1" fmla="*/ 8233458 w 8233458"/>
              <a:gd name="connsiteY1" fmla="*/ 0 h 6858000"/>
              <a:gd name="connsiteX2" fmla="*/ 8233458 w 8233458"/>
              <a:gd name="connsiteY2" fmla="*/ 6858000 h 6858000"/>
              <a:gd name="connsiteX3" fmla="*/ 5776855 w 8233458"/>
              <a:gd name="connsiteY3" fmla="*/ 6858000 h 6858000"/>
              <a:gd name="connsiteX4" fmla="*/ 2226297 w 8233458"/>
              <a:gd name="connsiteY4" fmla="*/ 3819525 h 6858000"/>
              <a:gd name="connsiteX5" fmla="*/ 0 w 823345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33458" h="6858000">
                <a:moveTo>
                  <a:pt x="0" y="0"/>
                </a:moveTo>
                <a:lnTo>
                  <a:pt x="8233458" y="0"/>
                </a:lnTo>
                <a:lnTo>
                  <a:pt x="8233458" y="6858000"/>
                </a:lnTo>
                <a:lnTo>
                  <a:pt x="5776855" y="6858000"/>
                </a:lnTo>
                <a:cubicBezTo>
                  <a:pt x="5776855" y="6858000"/>
                  <a:pt x="3771270" y="5153026"/>
                  <a:pt x="2226297" y="3819525"/>
                </a:cubicBezTo>
                <a:cubicBezTo>
                  <a:pt x="681323" y="2486025"/>
                  <a:pt x="0" y="0"/>
                  <a:pt x="0" y="0"/>
                </a:cubicBezTo>
                <a:close/>
              </a:path>
            </a:pathLst>
          </a:custGeom>
          <a:solidFill>
            <a:schemeClr val="bg2"/>
          </a:solidFill>
        </p:spPr>
        <p:txBody>
          <a:bodyPr wrap="square" lIns="2520000" rIns="2520000" anchor="ctr">
            <a:noAutofit/>
          </a:bodyPr>
          <a:lstStyle>
            <a:lvl1pPr marL="0" indent="0" algn="ctr">
              <a:buNone/>
              <a:defRPr sz="1600"/>
            </a:lvl1pPr>
          </a:lstStyle>
          <a:p>
            <a:r>
              <a:rPr lang="en-GB" dirty="0"/>
              <a:t>You can add a photo</a:t>
            </a:r>
          </a:p>
        </p:txBody>
      </p:sp>
      <p:sp>
        <p:nvSpPr>
          <p:cNvPr id="36" name="Freeform 35">
            <a:extLst>
              <a:ext uri="{FF2B5EF4-FFF2-40B4-BE49-F238E27FC236}">
                <a16:creationId xmlns:a16="http://schemas.microsoft.com/office/drawing/2014/main" id="{65547924-9C4A-ECA1-A5C7-F0DEF0CA22FA}"/>
              </a:ext>
            </a:extLst>
          </p:cNvPr>
          <p:cNvSpPr/>
          <p:nvPr userDrawn="1"/>
        </p:nvSpPr>
        <p:spPr>
          <a:xfrm>
            <a:off x="3003630" y="-1"/>
            <a:ext cx="6769849" cy="6867819"/>
          </a:xfrm>
          <a:custGeom>
            <a:avLst/>
            <a:gdLst>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0 w 6765403"/>
              <a:gd name="connsiteY6" fmla="*/ 685800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5972537 w 6765403"/>
              <a:gd name="connsiteY6" fmla="*/ 6869574 h 6869574"/>
              <a:gd name="connsiteX7" fmla="*/ 0 w 6765403"/>
              <a:gd name="connsiteY7" fmla="*/ 0 h 6869574"/>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6400800 w 6765403"/>
              <a:gd name="connsiteY6" fmla="*/ 6834850 h 6858000"/>
              <a:gd name="connsiteX7" fmla="*/ 0 w 6765403"/>
              <a:gd name="connsiteY7" fmla="*/ 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117221"/>
              <a:gd name="connsiteY0" fmla="*/ 0 h 6875361"/>
              <a:gd name="connsiteX1" fmla="*/ 381965 w 6117221"/>
              <a:gd name="connsiteY1" fmla="*/ 5787 h 6875361"/>
              <a:gd name="connsiteX2" fmla="*/ 2589483 w 6117221"/>
              <a:gd name="connsiteY2" fmla="*/ 3824334 h 6875361"/>
              <a:gd name="connsiteX3" fmla="*/ 6110093 w 6117221"/>
              <a:gd name="connsiteY3" fmla="*/ 6862031 h 6875361"/>
              <a:gd name="connsiteX4" fmla="*/ 6117221 w 6117221"/>
              <a:gd name="connsiteY4" fmla="*/ 6862031 h 6875361"/>
              <a:gd name="connsiteX5" fmla="*/ 6117221 w 6117221"/>
              <a:gd name="connsiteY5" fmla="*/ 6863787 h 6875361"/>
              <a:gd name="connsiteX6" fmla="*/ 5775768 w 6117221"/>
              <a:gd name="connsiteY6" fmla="*/ 6875361 h 6875361"/>
              <a:gd name="connsiteX7" fmla="*/ 0 w 6117221"/>
              <a:gd name="connsiteY7" fmla="*/ 0 h 6875361"/>
              <a:gd name="connsiteX0" fmla="*/ 0 w 6701742"/>
              <a:gd name="connsiteY0" fmla="*/ 1 h 6869574"/>
              <a:gd name="connsiteX1" fmla="*/ 966486 w 6701742"/>
              <a:gd name="connsiteY1" fmla="*/ 0 h 6869574"/>
              <a:gd name="connsiteX2" fmla="*/ 3174004 w 6701742"/>
              <a:gd name="connsiteY2" fmla="*/ 3818547 h 6869574"/>
              <a:gd name="connsiteX3" fmla="*/ 6694614 w 6701742"/>
              <a:gd name="connsiteY3" fmla="*/ 6856244 h 6869574"/>
              <a:gd name="connsiteX4" fmla="*/ 6701742 w 6701742"/>
              <a:gd name="connsiteY4" fmla="*/ 6856244 h 6869574"/>
              <a:gd name="connsiteX5" fmla="*/ 6701742 w 6701742"/>
              <a:gd name="connsiteY5" fmla="*/ 6858000 h 6869574"/>
              <a:gd name="connsiteX6" fmla="*/ 6360289 w 6701742"/>
              <a:gd name="connsiteY6" fmla="*/ 6869574 h 6869574"/>
              <a:gd name="connsiteX7" fmla="*/ 0 w 6701742"/>
              <a:gd name="connsiteY7" fmla="*/ 1 h 6869574"/>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939023"/>
              <a:gd name="connsiteX1" fmla="*/ 966486 w 6701742"/>
              <a:gd name="connsiteY1" fmla="*/ 0 h 6939023"/>
              <a:gd name="connsiteX2" fmla="*/ 3174004 w 6701742"/>
              <a:gd name="connsiteY2" fmla="*/ 3818547 h 6939023"/>
              <a:gd name="connsiteX3" fmla="*/ 6694614 w 6701742"/>
              <a:gd name="connsiteY3" fmla="*/ 6856244 h 6939023"/>
              <a:gd name="connsiteX4" fmla="*/ 6701742 w 6701742"/>
              <a:gd name="connsiteY4" fmla="*/ 6856244 h 6939023"/>
              <a:gd name="connsiteX5" fmla="*/ 6643869 w 6701742"/>
              <a:gd name="connsiteY5" fmla="*/ 6939023 h 6939023"/>
              <a:gd name="connsiteX6" fmla="*/ 6354502 w 6701742"/>
              <a:gd name="connsiteY6" fmla="*/ 6863787 h 6939023"/>
              <a:gd name="connsiteX7" fmla="*/ 0 w 6701742"/>
              <a:gd name="connsiteY7" fmla="*/ 1 h 6939023"/>
              <a:gd name="connsiteX0" fmla="*/ 0 w 6776977"/>
              <a:gd name="connsiteY0" fmla="*/ 1 h 7070376"/>
              <a:gd name="connsiteX1" fmla="*/ 966486 w 6776977"/>
              <a:gd name="connsiteY1" fmla="*/ 0 h 7070376"/>
              <a:gd name="connsiteX2" fmla="*/ 3174004 w 6776977"/>
              <a:gd name="connsiteY2" fmla="*/ 3818547 h 7070376"/>
              <a:gd name="connsiteX3" fmla="*/ 6694614 w 6776977"/>
              <a:gd name="connsiteY3" fmla="*/ 6856244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76977"/>
              <a:gd name="connsiteY0" fmla="*/ 1 h 7070376"/>
              <a:gd name="connsiteX1" fmla="*/ 966486 w 6776977"/>
              <a:gd name="connsiteY1" fmla="*/ 0 h 7070376"/>
              <a:gd name="connsiteX2" fmla="*/ 3174004 w 6776977"/>
              <a:gd name="connsiteY2" fmla="*/ 3818547 h 7070376"/>
              <a:gd name="connsiteX3" fmla="*/ 6769849 w 6776977"/>
              <a:gd name="connsiteY3" fmla="*/ 6867819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69849"/>
              <a:gd name="connsiteY0" fmla="*/ 1 h 6939023"/>
              <a:gd name="connsiteX1" fmla="*/ 966486 w 6769849"/>
              <a:gd name="connsiteY1" fmla="*/ 0 h 6939023"/>
              <a:gd name="connsiteX2" fmla="*/ 3174004 w 6769849"/>
              <a:gd name="connsiteY2" fmla="*/ 3818547 h 6939023"/>
              <a:gd name="connsiteX3" fmla="*/ 6769849 w 6769849"/>
              <a:gd name="connsiteY3" fmla="*/ 6867819 h 6939023"/>
              <a:gd name="connsiteX4" fmla="*/ 6643869 w 6769849"/>
              <a:gd name="connsiteY4" fmla="*/ 6939023 h 6939023"/>
              <a:gd name="connsiteX5" fmla="*/ 6354502 w 6769849"/>
              <a:gd name="connsiteY5" fmla="*/ 6863787 h 6939023"/>
              <a:gd name="connsiteX6" fmla="*/ 0 w 6769849"/>
              <a:gd name="connsiteY6" fmla="*/ 1 h 6939023"/>
              <a:gd name="connsiteX0" fmla="*/ 0 w 6769849"/>
              <a:gd name="connsiteY0" fmla="*/ 1 h 6867819"/>
              <a:gd name="connsiteX1" fmla="*/ 966486 w 6769849"/>
              <a:gd name="connsiteY1" fmla="*/ 0 h 6867819"/>
              <a:gd name="connsiteX2" fmla="*/ 3174004 w 6769849"/>
              <a:gd name="connsiteY2" fmla="*/ 3818547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04557 w 6769849"/>
              <a:gd name="connsiteY2" fmla="*/ 3859058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27706 w 6769849"/>
              <a:gd name="connsiteY2" fmla="*/ 3754885 h 6867819"/>
              <a:gd name="connsiteX3" fmla="*/ 6769849 w 6769849"/>
              <a:gd name="connsiteY3" fmla="*/ 6867819 h 6867819"/>
              <a:gd name="connsiteX4" fmla="*/ 6354502 w 6769849"/>
              <a:gd name="connsiteY4" fmla="*/ 6863787 h 6867819"/>
              <a:gd name="connsiteX5" fmla="*/ 0 w 6769849"/>
              <a:gd name="connsiteY5" fmla="*/ 1 h 686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9849" h="6867819">
                <a:moveTo>
                  <a:pt x="0" y="1"/>
                </a:moveTo>
                <a:lnTo>
                  <a:pt x="966486" y="0"/>
                </a:lnTo>
                <a:cubicBezTo>
                  <a:pt x="1135707" y="386604"/>
                  <a:pt x="1763052" y="2599757"/>
                  <a:pt x="3127706" y="3754885"/>
                </a:cubicBezTo>
                <a:cubicBezTo>
                  <a:pt x="4467217" y="4888731"/>
                  <a:pt x="6074732" y="6204424"/>
                  <a:pt x="6769849" y="6867819"/>
                </a:cubicBezTo>
                <a:lnTo>
                  <a:pt x="6354502" y="6863787"/>
                </a:lnTo>
                <a:cubicBezTo>
                  <a:pt x="3923818" y="4398380"/>
                  <a:pt x="1533646" y="3946967"/>
                  <a:pt x="0" y="1"/>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Tree>
    <p:extLst>
      <p:ext uri="{BB962C8B-B14F-4D97-AF65-F5344CB8AC3E}">
        <p14:creationId xmlns:p14="http://schemas.microsoft.com/office/powerpoint/2010/main" val="1490496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able of contents_photo">
    <p:bg>
      <p:bgPr>
        <a:solidFill>
          <a:schemeClr val="accent4"/>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07E160A-0514-EFDC-B468-65BCB476F62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5" name="Text Placeholder 6">
            <a:extLst>
              <a:ext uri="{FF2B5EF4-FFF2-40B4-BE49-F238E27FC236}">
                <a16:creationId xmlns:a16="http://schemas.microsoft.com/office/drawing/2014/main" id="{73090C62-63EE-C783-3628-6FD1DFD6EB91}"/>
              </a:ext>
            </a:extLst>
          </p:cNvPr>
          <p:cNvSpPr>
            <a:spLocks noGrp="1"/>
          </p:cNvSpPr>
          <p:nvPr>
            <p:ph idx="1" hasCustomPrompt="1"/>
          </p:nvPr>
        </p:nvSpPr>
        <p:spPr>
          <a:xfrm>
            <a:off x="554037" y="1436914"/>
            <a:ext cx="5545138" cy="4862085"/>
          </a:xfrm>
          <a:prstGeom prst="rect">
            <a:avLst/>
          </a:prstGeom>
        </p:spPr>
        <p:txBody>
          <a:bodyPr vert="horz" lIns="0" tIns="0" rIns="0" bIns="0" rtlCol="0">
            <a:normAutofit/>
          </a:bodyPr>
          <a:lstStyle>
            <a:lvl1pPr marL="7938" indent="-7938">
              <a:buNone/>
              <a:tabLst/>
              <a:defRPr b="1">
                <a:solidFill>
                  <a:schemeClr val="tx2"/>
                </a:solidFill>
              </a:defRPr>
            </a:lvl1pPr>
            <a:lvl2pPr marL="171450" indent="-171450">
              <a:buFont typeface="Arial" panose="020B0604020202020204" pitchFamily="34" charset="0"/>
              <a:buChar char="•"/>
              <a:tabLst/>
              <a:defRPr/>
            </a:lvl2pPr>
            <a:lvl3pPr marL="914400" indent="0">
              <a:buNone/>
              <a:defRPr/>
            </a:lvl3pPr>
          </a:lstStyle>
          <a:p>
            <a:pPr lvl="0"/>
            <a:r>
              <a:rPr lang="en-GB" dirty="0"/>
              <a:t>Table of contents</a:t>
            </a:r>
          </a:p>
          <a:p>
            <a:pPr lvl="1"/>
            <a:r>
              <a:rPr lang="en-GB" dirty="0"/>
              <a:t>Description</a:t>
            </a:r>
          </a:p>
        </p:txBody>
      </p:sp>
      <p:sp>
        <p:nvSpPr>
          <p:cNvPr id="6" name="TextBox 5">
            <a:extLst>
              <a:ext uri="{FF2B5EF4-FFF2-40B4-BE49-F238E27FC236}">
                <a16:creationId xmlns:a16="http://schemas.microsoft.com/office/drawing/2014/main" id="{B25F9747-9017-231A-73B0-F1E43265F031}"/>
              </a:ext>
            </a:extLst>
          </p:cNvPr>
          <p:cNvSpPr txBox="1"/>
          <p:nvPr userDrawn="1"/>
        </p:nvSpPr>
        <p:spPr>
          <a:xfrm>
            <a:off x="554038" y="453513"/>
            <a:ext cx="3342903" cy="553998"/>
          </a:xfrm>
          <a:prstGeom prst="rect">
            <a:avLst/>
          </a:prstGeom>
          <a:noFill/>
        </p:spPr>
        <p:txBody>
          <a:bodyPr wrap="none" lIns="0" rtlCol="0">
            <a:spAutoFit/>
          </a:bodyPr>
          <a:lstStyle/>
          <a:p>
            <a:r>
              <a:rPr lang="en-GB" sz="3000" b="1" dirty="0">
                <a:solidFill>
                  <a:schemeClr val="tx2"/>
                </a:solidFill>
              </a:rPr>
              <a:t>Table of contents</a:t>
            </a:r>
            <a:endParaRPr lang="en-PL" sz="3000" b="1" dirty="0">
              <a:solidFill>
                <a:schemeClr val="tx2"/>
              </a:solidFill>
            </a:endParaRPr>
          </a:p>
        </p:txBody>
      </p:sp>
      <p:sp>
        <p:nvSpPr>
          <p:cNvPr id="10" name="Graphic 8">
            <a:extLst>
              <a:ext uri="{FF2B5EF4-FFF2-40B4-BE49-F238E27FC236}">
                <a16:creationId xmlns:a16="http://schemas.microsoft.com/office/drawing/2014/main" id="{F8E301CF-DA29-892F-5D25-A40CFC0DBDE9}"/>
              </a:ext>
            </a:extLst>
          </p:cNvPr>
          <p:cNvSpPr/>
          <p:nvPr/>
        </p:nvSpPr>
        <p:spPr>
          <a:xfrm rot="1079142">
            <a:off x="7060401" y="1532904"/>
            <a:ext cx="4341607" cy="4670103"/>
          </a:xfrm>
          <a:custGeom>
            <a:avLst/>
            <a:gdLst>
              <a:gd name="connsiteX0" fmla="*/ 1401949 w 1616853"/>
              <a:gd name="connsiteY0" fmla="*/ 422108 h 1739188"/>
              <a:gd name="connsiteX1" fmla="*/ 1615215 w 1616853"/>
              <a:gd name="connsiteY1" fmla="*/ 994174 h 1739188"/>
              <a:gd name="connsiteX2" fmla="*/ 1251001 w 1616853"/>
              <a:gd name="connsiteY2" fmla="*/ 1543821 h 1739188"/>
              <a:gd name="connsiteX3" fmla="*/ 480868 w 1616853"/>
              <a:gd name="connsiteY3" fmla="*/ 1705884 h 1739188"/>
              <a:gd name="connsiteX4" fmla="*/ 2563 w 1616853"/>
              <a:gd name="connsiteY4" fmla="*/ 1071596 h 1739188"/>
              <a:gd name="connsiteX5" fmla="*/ 319850 w 1616853"/>
              <a:gd name="connsiteY5" fmla="*/ 332242 h 1739188"/>
              <a:gd name="connsiteX6" fmla="*/ 922695 w 1616853"/>
              <a:gd name="connsiteY6" fmla="*/ 2891 h 1739188"/>
              <a:gd name="connsiteX7" fmla="*/ 1401949 w 1616853"/>
              <a:gd name="connsiteY7" fmla="*/ 422013 h 173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6853" h="1739188">
                <a:moveTo>
                  <a:pt x="1401949" y="422108"/>
                </a:moveTo>
                <a:cubicBezTo>
                  <a:pt x="1530859" y="614760"/>
                  <a:pt x="1630985" y="799718"/>
                  <a:pt x="1615215" y="994174"/>
                </a:cubicBezTo>
                <a:cubicBezTo>
                  <a:pt x="1599446" y="1188726"/>
                  <a:pt x="1467592" y="1392303"/>
                  <a:pt x="1251001" y="1543821"/>
                </a:cubicBezTo>
                <a:cubicBezTo>
                  <a:pt x="1034410" y="1695340"/>
                  <a:pt x="732988" y="1794231"/>
                  <a:pt x="480868" y="1705884"/>
                </a:cubicBezTo>
                <a:cubicBezTo>
                  <a:pt x="229319" y="1617443"/>
                  <a:pt x="27072" y="1341670"/>
                  <a:pt x="2563" y="1071596"/>
                </a:cubicBezTo>
                <a:cubicBezTo>
                  <a:pt x="-21851" y="801997"/>
                  <a:pt x="131473" y="538194"/>
                  <a:pt x="319850" y="332242"/>
                </a:cubicBezTo>
                <a:cubicBezTo>
                  <a:pt x="508227" y="126291"/>
                  <a:pt x="732038" y="-22853"/>
                  <a:pt x="922695" y="2891"/>
                </a:cubicBezTo>
                <a:cubicBezTo>
                  <a:pt x="1113922" y="28730"/>
                  <a:pt x="1272565" y="229457"/>
                  <a:pt x="1401949" y="422013"/>
                </a:cubicBezTo>
                <a:close/>
              </a:path>
            </a:pathLst>
          </a:custGeom>
          <a:solidFill>
            <a:schemeClr val="bg1"/>
          </a:solidFill>
          <a:ln w="9487" cap="flat">
            <a:noFill/>
            <a:prstDash val="solid"/>
            <a:miter/>
          </a:ln>
        </p:spPr>
        <p:txBody>
          <a:bodyPr rtlCol="0" anchor="ctr"/>
          <a:lstStyle/>
          <a:p>
            <a:endParaRPr lang="en-PL"/>
          </a:p>
        </p:txBody>
      </p:sp>
      <p:sp>
        <p:nvSpPr>
          <p:cNvPr id="13" name="Freeform 12">
            <a:extLst>
              <a:ext uri="{FF2B5EF4-FFF2-40B4-BE49-F238E27FC236}">
                <a16:creationId xmlns:a16="http://schemas.microsoft.com/office/drawing/2014/main" id="{AE509DF0-4947-3F77-001C-EE500A459484}"/>
              </a:ext>
            </a:extLst>
          </p:cNvPr>
          <p:cNvSpPr/>
          <p:nvPr userDrawn="1"/>
        </p:nvSpPr>
        <p:spPr>
          <a:xfrm>
            <a:off x="5411972" y="3867956"/>
            <a:ext cx="6780029" cy="2990045"/>
          </a:xfrm>
          <a:custGeom>
            <a:avLst/>
            <a:gdLst>
              <a:gd name="connsiteX0" fmla="*/ 4839944 w 6780029"/>
              <a:gd name="connsiteY0" fmla="*/ 81 h 2990045"/>
              <a:gd name="connsiteX1" fmla="*/ 5025291 w 6780029"/>
              <a:gd name="connsiteY1" fmla="*/ 7366 h 2990045"/>
              <a:gd name="connsiteX2" fmla="*/ 6687407 w 6780029"/>
              <a:gd name="connsiteY2" fmla="*/ 597420 h 2990045"/>
              <a:gd name="connsiteX3" fmla="*/ 6780029 w 6780029"/>
              <a:gd name="connsiteY3" fmla="*/ 660808 h 2990045"/>
              <a:gd name="connsiteX4" fmla="*/ 6780029 w 6780029"/>
              <a:gd name="connsiteY4" fmla="*/ 2990045 h 2990045"/>
              <a:gd name="connsiteX5" fmla="*/ 0 w 6780029"/>
              <a:gd name="connsiteY5" fmla="*/ 2990045 h 2990045"/>
              <a:gd name="connsiteX6" fmla="*/ 6170 w 6780029"/>
              <a:gd name="connsiteY6" fmla="*/ 2961867 h 2990045"/>
              <a:gd name="connsiteX7" fmla="*/ 2108136 w 6780029"/>
              <a:gd name="connsiteY7" fmla="*/ 966347 h 2990045"/>
              <a:gd name="connsiteX8" fmla="*/ 2108620 w 6780029"/>
              <a:gd name="connsiteY8" fmla="*/ 966347 h 2990045"/>
              <a:gd name="connsiteX9" fmla="*/ 4839944 w 6780029"/>
              <a:gd name="connsiteY9" fmla="*/ 81 h 2990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80029" h="2990045">
                <a:moveTo>
                  <a:pt x="4839944" y="81"/>
                </a:moveTo>
                <a:cubicBezTo>
                  <a:pt x="4901551" y="537"/>
                  <a:pt x="4963327" y="2934"/>
                  <a:pt x="5025291" y="7366"/>
                </a:cubicBezTo>
                <a:cubicBezTo>
                  <a:pt x="5583247" y="47251"/>
                  <a:pt x="6155762" y="252299"/>
                  <a:pt x="6687407" y="597420"/>
                </a:cubicBezTo>
                <a:lnTo>
                  <a:pt x="6780029" y="660808"/>
                </a:lnTo>
                <a:lnTo>
                  <a:pt x="6780029" y="2990045"/>
                </a:lnTo>
                <a:lnTo>
                  <a:pt x="0" y="2990045"/>
                </a:lnTo>
                <a:lnTo>
                  <a:pt x="6170" y="2961867"/>
                </a:lnTo>
                <a:cubicBezTo>
                  <a:pt x="230750" y="2172845"/>
                  <a:pt x="1187750" y="1511778"/>
                  <a:pt x="2108136" y="966347"/>
                </a:cubicBezTo>
                <a:lnTo>
                  <a:pt x="2108620" y="966347"/>
                </a:lnTo>
                <a:cubicBezTo>
                  <a:pt x="3029465" y="422914"/>
                  <a:pt x="3915831" y="-6762"/>
                  <a:pt x="4839944" y="81"/>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17" name="Picture Placeholder 16">
            <a:extLst>
              <a:ext uri="{FF2B5EF4-FFF2-40B4-BE49-F238E27FC236}">
                <a16:creationId xmlns:a16="http://schemas.microsoft.com/office/drawing/2014/main" id="{98E84970-83D2-5FCC-63A9-27783FE6E4C4}"/>
              </a:ext>
            </a:extLst>
          </p:cNvPr>
          <p:cNvSpPr>
            <a:spLocks noGrp="1"/>
          </p:cNvSpPr>
          <p:nvPr>
            <p:ph type="pic" sz="quarter" idx="11"/>
          </p:nvPr>
        </p:nvSpPr>
        <p:spPr>
          <a:xfrm>
            <a:off x="6390007" y="1344770"/>
            <a:ext cx="4643466" cy="4757283"/>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20" name="Freeform 19">
            <a:extLst>
              <a:ext uri="{FF2B5EF4-FFF2-40B4-BE49-F238E27FC236}">
                <a16:creationId xmlns:a16="http://schemas.microsoft.com/office/drawing/2014/main" id="{4FAA4253-6F70-282F-5C25-505FF0B604CB}"/>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2" name="Rectangle 6">
            <a:extLst>
              <a:ext uri="{FF2B5EF4-FFF2-40B4-BE49-F238E27FC236}">
                <a16:creationId xmlns:a16="http://schemas.microsoft.com/office/drawing/2014/main" id="{1A3E24A8-E36B-9C31-D93A-C91331AD16ED}"/>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6281702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able of contents">
    <p:bg>
      <p:bgPr>
        <a:solidFill>
          <a:schemeClr val="accent4"/>
        </a:solidFill>
        <a:effectLst/>
      </p:bgPr>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50EC95FD-18E8-BB45-C1C0-A724E9A31721}"/>
              </a:ext>
            </a:extLst>
          </p:cNvPr>
          <p:cNvSpPr/>
          <p:nvPr userDrawn="1"/>
        </p:nvSpPr>
        <p:spPr>
          <a:xfrm>
            <a:off x="1" y="-9331"/>
            <a:ext cx="5475247" cy="6867331"/>
          </a:xfrm>
          <a:custGeom>
            <a:avLst/>
            <a:gdLst>
              <a:gd name="connsiteX0" fmla="*/ 0 w 5475247"/>
              <a:gd name="connsiteY0" fmla="*/ 0 h 6981631"/>
              <a:gd name="connsiteX1" fmla="*/ 4473087 w 5475247"/>
              <a:gd name="connsiteY1" fmla="*/ 0 h 6981631"/>
              <a:gd name="connsiteX2" fmla="*/ 4500927 w 5475247"/>
              <a:gd name="connsiteY2" fmla="*/ 33268 h 6981631"/>
              <a:gd name="connsiteX3" fmla="*/ 4923611 w 5475247"/>
              <a:gd name="connsiteY3" fmla="*/ 705713 h 6981631"/>
              <a:gd name="connsiteX4" fmla="*/ 4687098 w 5475247"/>
              <a:gd name="connsiteY4" fmla="*/ 6631117 h 6981631"/>
              <a:gd name="connsiteX5" fmla="*/ 4505245 w 5475247"/>
              <a:gd name="connsiteY5" fmla="*/ 6981631 h 6981631"/>
              <a:gd name="connsiteX6" fmla="*/ 0 w 5475247"/>
              <a:gd name="connsiteY6" fmla="*/ 6981631 h 698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75247" h="6981631">
                <a:moveTo>
                  <a:pt x="0" y="0"/>
                </a:moveTo>
                <a:lnTo>
                  <a:pt x="4473087" y="0"/>
                </a:lnTo>
                <a:lnTo>
                  <a:pt x="4500927" y="33268"/>
                </a:lnTo>
                <a:cubicBezTo>
                  <a:pt x="4664238" y="241731"/>
                  <a:pt x="4806622" y="465765"/>
                  <a:pt x="4923611" y="705713"/>
                </a:cubicBezTo>
                <a:cubicBezTo>
                  <a:pt x="5781537" y="2465332"/>
                  <a:pt x="5589698" y="4732700"/>
                  <a:pt x="4687098" y="6631117"/>
                </a:cubicBezTo>
                <a:lnTo>
                  <a:pt x="4505245" y="6981631"/>
                </a:lnTo>
                <a:lnTo>
                  <a:pt x="0" y="6981631"/>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3" name="Slide Number Placeholder 2">
            <a:extLst>
              <a:ext uri="{FF2B5EF4-FFF2-40B4-BE49-F238E27FC236}">
                <a16:creationId xmlns:a16="http://schemas.microsoft.com/office/drawing/2014/main" id="{007E160A-0514-EFDC-B468-65BCB476F62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5" name="Text Placeholder 6">
            <a:extLst>
              <a:ext uri="{FF2B5EF4-FFF2-40B4-BE49-F238E27FC236}">
                <a16:creationId xmlns:a16="http://schemas.microsoft.com/office/drawing/2014/main" id="{73090C62-63EE-C783-3628-6FD1DFD6EB91}"/>
              </a:ext>
            </a:extLst>
          </p:cNvPr>
          <p:cNvSpPr>
            <a:spLocks noGrp="1"/>
          </p:cNvSpPr>
          <p:nvPr>
            <p:ph idx="1" hasCustomPrompt="1"/>
          </p:nvPr>
        </p:nvSpPr>
        <p:spPr>
          <a:xfrm>
            <a:off x="554037" y="1436914"/>
            <a:ext cx="4177535" cy="4782485"/>
          </a:xfrm>
          <a:prstGeom prst="rect">
            <a:avLst/>
          </a:prstGeom>
        </p:spPr>
        <p:txBody>
          <a:bodyPr vert="horz" lIns="0" tIns="0" rIns="0" bIns="0" rtlCol="0">
            <a:normAutofit/>
          </a:bodyPr>
          <a:lstStyle>
            <a:lvl1pPr marL="7938" indent="-7938">
              <a:buNone/>
              <a:tabLst/>
              <a:defRPr b="1">
                <a:solidFill>
                  <a:schemeClr val="tx2"/>
                </a:solidFill>
              </a:defRPr>
            </a:lvl1pPr>
            <a:lvl2pPr marL="171450" indent="-171450">
              <a:buFont typeface="Arial" panose="020B0604020202020204" pitchFamily="34" charset="0"/>
              <a:buChar char="•"/>
              <a:tabLst/>
              <a:defRPr/>
            </a:lvl2pPr>
            <a:lvl3pPr marL="914400" indent="0">
              <a:buNone/>
              <a:defRPr/>
            </a:lvl3pPr>
          </a:lstStyle>
          <a:p>
            <a:pPr lvl="0"/>
            <a:r>
              <a:rPr lang="en-GB" dirty="0"/>
              <a:t>Table of contents</a:t>
            </a:r>
          </a:p>
          <a:p>
            <a:pPr lvl="1"/>
            <a:r>
              <a:rPr lang="en-GB" dirty="0"/>
              <a:t>Description</a:t>
            </a:r>
          </a:p>
        </p:txBody>
      </p:sp>
      <p:sp>
        <p:nvSpPr>
          <p:cNvPr id="6" name="TextBox 5">
            <a:extLst>
              <a:ext uri="{FF2B5EF4-FFF2-40B4-BE49-F238E27FC236}">
                <a16:creationId xmlns:a16="http://schemas.microsoft.com/office/drawing/2014/main" id="{B25F9747-9017-231A-73B0-F1E43265F031}"/>
              </a:ext>
            </a:extLst>
          </p:cNvPr>
          <p:cNvSpPr txBox="1"/>
          <p:nvPr userDrawn="1"/>
        </p:nvSpPr>
        <p:spPr>
          <a:xfrm>
            <a:off x="554038" y="453513"/>
            <a:ext cx="3342903" cy="553998"/>
          </a:xfrm>
          <a:prstGeom prst="rect">
            <a:avLst/>
          </a:prstGeom>
          <a:noFill/>
        </p:spPr>
        <p:txBody>
          <a:bodyPr wrap="none" lIns="0" rtlCol="0">
            <a:spAutoFit/>
          </a:bodyPr>
          <a:lstStyle/>
          <a:p>
            <a:r>
              <a:rPr lang="en-GB" sz="3000" b="1" dirty="0">
                <a:solidFill>
                  <a:schemeClr val="tx2"/>
                </a:solidFill>
              </a:rPr>
              <a:t>Table of contents</a:t>
            </a:r>
            <a:endParaRPr lang="en-PL" sz="3000" b="1" dirty="0">
              <a:solidFill>
                <a:schemeClr val="tx2"/>
              </a:solidFill>
            </a:endParaRPr>
          </a:p>
        </p:txBody>
      </p:sp>
      <p:sp>
        <p:nvSpPr>
          <p:cNvPr id="20" name="Freeform 19">
            <a:extLst>
              <a:ext uri="{FF2B5EF4-FFF2-40B4-BE49-F238E27FC236}">
                <a16:creationId xmlns:a16="http://schemas.microsoft.com/office/drawing/2014/main" id="{4FAA4253-6F70-282F-5C25-505FF0B604CB}"/>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2" name="Text Placeholder 6">
            <a:extLst>
              <a:ext uri="{FF2B5EF4-FFF2-40B4-BE49-F238E27FC236}">
                <a16:creationId xmlns:a16="http://schemas.microsoft.com/office/drawing/2014/main" id="{9F25721F-2D83-66F1-DEBC-A499BC9A0B81}"/>
              </a:ext>
            </a:extLst>
          </p:cNvPr>
          <p:cNvSpPr>
            <a:spLocks noGrp="1"/>
          </p:cNvSpPr>
          <p:nvPr>
            <p:ph idx="11" hasCustomPrompt="1"/>
          </p:nvPr>
        </p:nvSpPr>
        <p:spPr>
          <a:xfrm>
            <a:off x="5628938" y="1436913"/>
            <a:ext cx="4177535" cy="4862085"/>
          </a:xfrm>
          <a:prstGeom prst="rect">
            <a:avLst/>
          </a:prstGeom>
        </p:spPr>
        <p:txBody>
          <a:bodyPr vert="horz" lIns="0" tIns="0" rIns="0" bIns="0" rtlCol="0">
            <a:normAutofit/>
          </a:bodyPr>
          <a:lstStyle>
            <a:lvl1pPr marL="7938" indent="-7938">
              <a:buNone/>
              <a:tabLst/>
              <a:defRPr b="1">
                <a:solidFill>
                  <a:schemeClr val="tx2"/>
                </a:solidFill>
              </a:defRPr>
            </a:lvl1pPr>
            <a:lvl2pPr marL="171450" indent="-171450">
              <a:buFont typeface="Arial" panose="020B0604020202020204" pitchFamily="34" charset="0"/>
              <a:buChar char="•"/>
              <a:tabLst/>
              <a:defRPr/>
            </a:lvl2pPr>
            <a:lvl3pPr marL="914400" indent="0">
              <a:buNone/>
              <a:defRPr/>
            </a:lvl3pPr>
          </a:lstStyle>
          <a:p>
            <a:pPr lvl="0"/>
            <a:r>
              <a:rPr lang="en-GB" dirty="0"/>
              <a:t>Table of contents</a:t>
            </a:r>
          </a:p>
          <a:p>
            <a:pPr lvl="1"/>
            <a:r>
              <a:rPr lang="en-GB" dirty="0"/>
              <a:t>Description</a:t>
            </a:r>
          </a:p>
        </p:txBody>
      </p:sp>
      <p:sp>
        <p:nvSpPr>
          <p:cNvPr id="4" name="Rectangle 6">
            <a:extLst>
              <a:ext uri="{FF2B5EF4-FFF2-40B4-BE49-F238E27FC236}">
                <a16:creationId xmlns:a16="http://schemas.microsoft.com/office/drawing/2014/main" id="{1577687A-A4B6-805A-65DE-865982C331E2}"/>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739390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34920531-3829-D901-CA90-A67538F5550E}"/>
              </a:ext>
            </a:extLst>
          </p:cNvPr>
          <p:cNvSpPr/>
          <p:nvPr userDrawn="1"/>
        </p:nvSpPr>
        <p:spPr>
          <a:xfrm>
            <a:off x="0" y="3626883"/>
            <a:ext cx="6250418" cy="3231117"/>
          </a:xfrm>
          <a:custGeom>
            <a:avLst/>
            <a:gdLst>
              <a:gd name="connsiteX0" fmla="*/ 429623 w 6250418"/>
              <a:gd name="connsiteY0" fmla="*/ 137 h 3231117"/>
              <a:gd name="connsiteX1" fmla="*/ 6107386 w 6250418"/>
              <a:gd name="connsiteY1" fmla="*/ 2905611 h 3231117"/>
              <a:gd name="connsiteX2" fmla="*/ 6218830 w 6250418"/>
              <a:gd name="connsiteY2" fmla="*/ 3150666 h 3231117"/>
              <a:gd name="connsiteX3" fmla="*/ 6250418 w 6250418"/>
              <a:gd name="connsiteY3" fmla="*/ 3231117 h 3231117"/>
              <a:gd name="connsiteX4" fmla="*/ 0 w 6250418"/>
              <a:gd name="connsiteY4" fmla="*/ 3231117 h 3231117"/>
              <a:gd name="connsiteX5" fmla="*/ 0 w 6250418"/>
              <a:gd name="connsiteY5" fmla="*/ 19551 h 3231117"/>
              <a:gd name="connsiteX6" fmla="*/ 201773 w 6250418"/>
              <a:gd name="connsiteY6" fmla="*/ 6063 h 3231117"/>
              <a:gd name="connsiteX7" fmla="*/ 429623 w 6250418"/>
              <a:gd name="connsiteY7" fmla="*/ 137 h 3231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50418" h="3231117">
                <a:moveTo>
                  <a:pt x="429623" y="137"/>
                </a:moveTo>
                <a:cubicBezTo>
                  <a:pt x="2362891" y="-12755"/>
                  <a:pt x="5124279" y="889243"/>
                  <a:pt x="6107386" y="2905611"/>
                </a:cubicBezTo>
                <a:cubicBezTo>
                  <a:pt x="6146710" y="2986266"/>
                  <a:pt x="6183848" y="3067979"/>
                  <a:pt x="6218830" y="3150666"/>
                </a:cubicBezTo>
                <a:lnTo>
                  <a:pt x="6250418" y="3231117"/>
                </a:lnTo>
                <a:lnTo>
                  <a:pt x="0" y="3231117"/>
                </a:lnTo>
                <a:lnTo>
                  <a:pt x="0" y="19551"/>
                </a:lnTo>
                <a:lnTo>
                  <a:pt x="201773" y="6063"/>
                </a:lnTo>
                <a:cubicBezTo>
                  <a:pt x="276287" y="2633"/>
                  <a:pt x="352292" y="653"/>
                  <a:pt x="429623" y="137"/>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F91F5749-03FC-F7CA-23FC-018BB6393070}"/>
              </a:ext>
            </a:extLst>
          </p:cNvPr>
          <p:cNvSpPr>
            <a:spLocks noGrp="1"/>
          </p:cNvSpPr>
          <p:nvPr>
            <p:ph type="title" hasCustomPrompt="1"/>
          </p:nvPr>
        </p:nvSpPr>
        <p:spPr>
          <a:xfrm>
            <a:off x="554038" y="549476"/>
            <a:ext cx="11090275"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CD743144-2B84-ED9F-7A6C-026226116B57}"/>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4" name="Text Placeholder 6">
            <a:extLst>
              <a:ext uri="{FF2B5EF4-FFF2-40B4-BE49-F238E27FC236}">
                <a16:creationId xmlns:a16="http://schemas.microsoft.com/office/drawing/2014/main" id="{DDA1212E-D354-313E-E545-50E8DAD0E2C1}"/>
              </a:ext>
            </a:extLst>
          </p:cNvPr>
          <p:cNvSpPr>
            <a:spLocks noGrp="1"/>
          </p:cNvSpPr>
          <p:nvPr>
            <p:ph idx="1" hasCustomPrompt="1"/>
          </p:nvPr>
        </p:nvSpPr>
        <p:spPr>
          <a:xfrm>
            <a:off x="4086225" y="3429000"/>
            <a:ext cx="3426938" cy="567965"/>
          </a:xfrm>
          <a:prstGeom prst="rect">
            <a:avLst/>
          </a:prstGeom>
        </p:spPr>
        <p:txBody>
          <a:bodyPr vert="horz" lIns="0" tIns="0" rIns="0" bIns="0" rtlCol="0">
            <a:normAutofit/>
          </a:bodyPr>
          <a:lstStyle>
            <a:lvl1pPr marL="12700" indent="0">
              <a:buNone/>
              <a:tabLst/>
              <a:defRPr b="1">
                <a:solidFill>
                  <a:schemeClr val="tx2"/>
                </a:solidFill>
              </a:defRPr>
            </a:lvl1pPr>
            <a:lvl2pPr marL="184150" indent="-171450">
              <a:buFont typeface="Arial" panose="020B0604020202020204" pitchFamily="34" charset="0"/>
              <a:buChar char="•"/>
              <a:tabLst/>
              <a:defRPr>
                <a:solidFill>
                  <a:schemeClr val="accent3"/>
                </a:solidFill>
              </a:defRPr>
            </a:lvl2pPr>
            <a:lvl3pPr marL="12700" indent="0">
              <a:buNone/>
              <a:tabLst/>
              <a:defRPr/>
            </a:lvl3pPr>
          </a:lstStyle>
          <a:p>
            <a:pPr lvl="0"/>
            <a:r>
              <a:rPr lang="en-GB" dirty="0"/>
              <a:t>Name and Surname</a:t>
            </a:r>
          </a:p>
          <a:p>
            <a:pPr lvl="1"/>
            <a:r>
              <a:rPr lang="en-GB" dirty="0"/>
              <a:t>Position</a:t>
            </a:r>
          </a:p>
        </p:txBody>
      </p:sp>
      <p:sp>
        <p:nvSpPr>
          <p:cNvPr id="11" name="Text Placeholder 10">
            <a:extLst>
              <a:ext uri="{FF2B5EF4-FFF2-40B4-BE49-F238E27FC236}">
                <a16:creationId xmlns:a16="http://schemas.microsoft.com/office/drawing/2014/main" id="{10B09ED9-4286-62EE-6EA2-069EA339FDCB}"/>
              </a:ext>
            </a:extLst>
          </p:cNvPr>
          <p:cNvSpPr>
            <a:spLocks noGrp="1"/>
          </p:cNvSpPr>
          <p:nvPr>
            <p:ph type="body" sz="quarter" idx="11"/>
          </p:nvPr>
        </p:nvSpPr>
        <p:spPr>
          <a:xfrm>
            <a:off x="4086225" y="4260850"/>
            <a:ext cx="7554913" cy="1292225"/>
          </a:xfrm>
        </p:spPr>
        <p:txBody>
          <a:bodyPr>
            <a:normAutofit/>
          </a:bodyPr>
          <a:lstStyle>
            <a:lvl1pPr>
              <a:defRPr sz="1200"/>
            </a:lvl1pPr>
            <a:lvl2pPr marL="179388" indent="-171450">
              <a:buFont typeface="Arial" panose="020B0604020202020204" pitchFamily="34" charset="0"/>
              <a:buChar char="•"/>
              <a:tabLst/>
              <a:defRPr/>
            </a:lvl2pPr>
          </a:lstStyle>
          <a:p>
            <a:pPr lvl="0"/>
            <a:r>
              <a:rPr lang="en-US"/>
              <a:t>Click to edit Master text styles</a:t>
            </a:r>
          </a:p>
        </p:txBody>
      </p:sp>
      <p:sp>
        <p:nvSpPr>
          <p:cNvPr id="17" name="Picture Placeholder 16">
            <a:extLst>
              <a:ext uri="{FF2B5EF4-FFF2-40B4-BE49-F238E27FC236}">
                <a16:creationId xmlns:a16="http://schemas.microsoft.com/office/drawing/2014/main" id="{68E59D0F-5073-70D2-7DED-0B771ABD1788}"/>
              </a:ext>
            </a:extLst>
          </p:cNvPr>
          <p:cNvSpPr>
            <a:spLocks noGrp="1"/>
          </p:cNvSpPr>
          <p:nvPr>
            <p:ph type="pic" sz="quarter" idx="12"/>
          </p:nvPr>
        </p:nvSpPr>
        <p:spPr>
          <a:xfrm>
            <a:off x="2296308" y="2970936"/>
            <a:ext cx="1407298" cy="1484092"/>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dirty="0"/>
          </a:p>
        </p:txBody>
      </p:sp>
      <p:sp>
        <p:nvSpPr>
          <p:cNvPr id="19" name="Freeform 18">
            <a:extLst>
              <a:ext uri="{FF2B5EF4-FFF2-40B4-BE49-F238E27FC236}">
                <a16:creationId xmlns:a16="http://schemas.microsoft.com/office/drawing/2014/main" id="{AD687D95-E425-C5D6-479D-8E2139CF8679}"/>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5" name="Rectangle 6">
            <a:extLst>
              <a:ext uri="{FF2B5EF4-FFF2-40B4-BE49-F238E27FC236}">
                <a16:creationId xmlns:a16="http://schemas.microsoft.com/office/drawing/2014/main" id="{113DEA68-016A-1EB5-5744-78AC8C731E7D}"/>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9943399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peakers">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34920531-3829-D901-CA90-A67538F5550E}"/>
              </a:ext>
            </a:extLst>
          </p:cNvPr>
          <p:cNvSpPr/>
          <p:nvPr userDrawn="1"/>
        </p:nvSpPr>
        <p:spPr>
          <a:xfrm>
            <a:off x="0" y="3626883"/>
            <a:ext cx="6250418" cy="3231117"/>
          </a:xfrm>
          <a:custGeom>
            <a:avLst/>
            <a:gdLst>
              <a:gd name="connsiteX0" fmla="*/ 429623 w 6250418"/>
              <a:gd name="connsiteY0" fmla="*/ 137 h 3231117"/>
              <a:gd name="connsiteX1" fmla="*/ 6107386 w 6250418"/>
              <a:gd name="connsiteY1" fmla="*/ 2905611 h 3231117"/>
              <a:gd name="connsiteX2" fmla="*/ 6218830 w 6250418"/>
              <a:gd name="connsiteY2" fmla="*/ 3150666 h 3231117"/>
              <a:gd name="connsiteX3" fmla="*/ 6250418 w 6250418"/>
              <a:gd name="connsiteY3" fmla="*/ 3231117 h 3231117"/>
              <a:gd name="connsiteX4" fmla="*/ 0 w 6250418"/>
              <a:gd name="connsiteY4" fmla="*/ 3231117 h 3231117"/>
              <a:gd name="connsiteX5" fmla="*/ 0 w 6250418"/>
              <a:gd name="connsiteY5" fmla="*/ 19551 h 3231117"/>
              <a:gd name="connsiteX6" fmla="*/ 201773 w 6250418"/>
              <a:gd name="connsiteY6" fmla="*/ 6063 h 3231117"/>
              <a:gd name="connsiteX7" fmla="*/ 429623 w 6250418"/>
              <a:gd name="connsiteY7" fmla="*/ 137 h 3231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50418" h="3231117">
                <a:moveTo>
                  <a:pt x="429623" y="137"/>
                </a:moveTo>
                <a:cubicBezTo>
                  <a:pt x="2362891" y="-12755"/>
                  <a:pt x="5124279" y="889243"/>
                  <a:pt x="6107386" y="2905611"/>
                </a:cubicBezTo>
                <a:cubicBezTo>
                  <a:pt x="6146710" y="2986266"/>
                  <a:pt x="6183848" y="3067979"/>
                  <a:pt x="6218830" y="3150666"/>
                </a:cubicBezTo>
                <a:lnTo>
                  <a:pt x="6250418" y="3231117"/>
                </a:lnTo>
                <a:lnTo>
                  <a:pt x="0" y="3231117"/>
                </a:lnTo>
                <a:lnTo>
                  <a:pt x="0" y="19551"/>
                </a:lnTo>
                <a:lnTo>
                  <a:pt x="201773" y="6063"/>
                </a:lnTo>
                <a:cubicBezTo>
                  <a:pt x="276287" y="2633"/>
                  <a:pt x="352292" y="653"/>
                  <a:pt x="429623" y="137"/>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F91F5749-03FC-F7CA-23FC-018BB6393070}"/>
              </a:ext>
            </a:extLst>
          </p:cNvPr>
          <p:cNvSpPr>
            <a:spLocks noGrp="1"/>
          </p:cNvSpPr>
          <p:nvPr>
            <p:ph type="title" hasCustomPrompt="1"/>
          </p:nvPr>
        </p:nvSpPr>
        <p:spPr>
          <a:xfrm>
            <a:off x="554038" y="549476"/>
            <a:ext cx="11090275"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CD743144-2B84-ED9F-7A6C-026226116B57}"/>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4" name="Text Placeholder 6">
            <a:extLst>
              <a:ext uri="{FF2B5EF4-FFF2-40B4-BE49-F238E27FC236}">
                <a16:creationId xmlns:a16="http://schemas.microsoft.com/office/drawing/2014/main" id="{DDA1212E-D354-313E-E545-50E8DAD0E2C1}"/>
              </a:ext>
            </a:extLst>
          </p:cNvPr>
          <p:cNvSpPr>
            <a:spLocks noGrp="1"/>
          </p:cNvSpPr>
          <p:nvPr>
            <p:ph idx="1" hasCustomPrompt="1"/>
          </p:nvPr>
        </p:nvSpPr>
        <p:spPr>
          <a:xfrm>
            <a:off x="1224485" y="4307293"/>
            <a:ext cx="4209362" cy="567965"/>
          </a:xfrm>
          <a:prstGeom prst="rect">
            <a:avLst/>
          </a:prstGeom>
        </p:spPr>
        <p:txBody>
          <a:bodyPr vert="horz" lIns="0" tIns="0" rIns="0" bIns="0" rtlCol="0">
            <a:normAutofit/>
          </a:bodyPr>
          <a:lstStyle>
            <a:lvl1pPr marL="12700" indent="0" algn="ctr">
              <a:buNone/>
              <a:tabLst/>
              <a:defRPr b="1">
                <a:solidFill>
                  <a:schemeClr val="tx2"/>
                </a:solidFill>
              </a:defRPr>
            </a:lvl1pPr>
            <a:lvl2pPr marL="184150" indent="-171450" algn="ctr">
              <a:buFont typeface="Arial" panose="020B0604020202020204" pitchFamily="34" charset="0"/>
              <a:buChar char="•"/>
              <a:tabLst/>
              <a:defRPr>
                <a:solidFill>
                  <a:schemeClr val="accent3"/>
                </a:solidFill>
              </a:defRPr>
            </a:lvl2pPr>
            <a:lvl3pPr marL="12700" indent="0">
              <a:buNone/>
              <a:tabLst/>
              <a:defRPr/>
            </a:lvl3pPr>
          </a:lstStyle>
          <a:p>
            <a:pPr lvl="0"/>
            <a:r>
              <a:rPr lang="en-GB" dirty="0"/>
              <a:t>Name and Surname</a:t>
            </a:r>
          </a:p>
          <a:p>
            <a:pPr lvl="1"/>
            <a:r>
              <a:rPr lang="en-GB" dirty="0"/>
              <a:t>Position</a:t>
            </a:r>
          </a:p>
        </p:txBody>
      </p:sp>
      <p:sp>
        <p:nvSpPr>
          <p:cNvPr id="11" name="Text Placeholder 10">
            <a:extLst>
              <a:ext uri="{FF2B5EF4-FFF2-40B4-BE49-F238E27FC236}">
                <a16:creationId xmlns:a16="http://schemas.microsoft.com/office/drawing/2014/main" id="{10B09ED9-4286-62EE-6EA2-069EA339FDCB}"/>
              </a:ext>
            </a:extLst>
          </p:cNvPr>
          <p:cNvSpPr>
            <a:spLocks noGrp="1"/>
          </p:cNvSpPr>
          <p:nvPr>
            <p:ph type="body" sz="quarter" idx="11"/>
          </p:nvPr>
        </p:nvSpPr>
        <p:spPr>
          <a:xfrm>
            <a:off x="1224485" y="5031064"/>
            <a:ext cx="4209363" cy="1076177"/>
          </a:xfrm>
        </p:spPr>
        <p:txBody>
          <a:bodyPr>
            <a:normAutofit/>
          </a:bodyPr>
          <a:lstStyle>
            <a:lvl1pPr algn="ctr">
              <a:defRPr sz="1200"/>
            </a:lvl1pPr>
            <a:lvl2pPr marL="179388" indent="-171450" algn="ctr">
              <a:buFont typeface="Arial" panose="020B0604020202020204" pitchFamily="34" charset="0"/>
              <a:buChar char="•"/>
              <a:tabLst/>
              <a:defRPr/>
            </a:lvl2pPr>
          </a:lstStyle>
          <a:p>
            <a:pPr lvl="0"/>
            <a:r>
              <a:rPr lang="en-US"/>
              <a:t>Click to edit Master text styles</a:t>
            </a:r>
          </a:p>
        </p:txBody>
      </p:sp>
      <p:sp>
        <p:nvSpPr>
          <p:cNvPr id="17" name="Picture Placeholder 16">
            <a:extLst>
              <a:ext uri="{FF2B5EF4-FFF2-40B4-BE49-F238E27FC236}">
                <a16:creationId xmlns:a16="http://schemas.microsoft.com/office/drawing/2014/main" id="{68E59D0F-5073-70D2-7DED-0B771ABD1788}"/>
              </a:ext>
            </a:extLst>
          </p:cNvPr>
          <p:cNvSpPr>
            <a:spLocks noGrp="1"/>
          </p:cNvSpPr>
          <p:nvPr>
            <p:ph type="pic" sz="quarter" idx="12"/>
          </p:nvPr>
        </p:nvSpPr>
        <p:spPr>
          <a:xfrm>
            <a:off x="2478049" y="2686954"/>
            <a:ext cx="1407298" cy="1484092"/>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dirty="0"/>
          </a:p>
        </p:txBody>
      </p:sp>
      <p:sp>
        <p:nvSpPr>
          <p:cNvPr id="5" name="Text Placeholder 6">
            <a:extLst>
              <a:ext uri="{FF2B5EF4-FFF2-40B4-BE49-F238E27FC236}">
                <a16:creationId xmlns:a16="http://schemas.microsoft.com/office/drawing/2014/main" id="{D3BEFE12-0524-0985-AA7F-1671AB15602E}"/>
              </a:ext>
            </a:extLst>
          </p:cNvPr>
          <p:cNvSpPr>
            <a:spLocks noGrp="1"/>
          </p:cNvSpPr>
          <p:nvPr>
            <p:ph idx="13" hasCustomPrompt="1"/>
          </p:nvPr>
        </p:nvSpPr>
        <p:spPr>
          <a:xfrm>
            <a:off x="6807825" y="4307293"/>
            <a:ext cx="4209362" cy="567965"/>
          </a:xfrm>
          <a:prstGeom prst="rect">
            <a:avLst/>
          </a:prstGeom>
        </p:spPr>
        <p:txBody>
          <a:bodyPr vert="horz" lIns="0" tIns="0" rIns="0" bIns="0" rtlCol="0">
            <a:normAutofit/>
          </a:bodyPr>
          <a:lstStyle>
            <a:lvl1pPr marL="12700" indent="0" algn="ctr">
              <a:buNone/>
              <a:tabLst/>
              <a:defRPr b="1">
                <a:solidFill>
                  <a:schemeClr val="tx2"/>
                </a:solidFill>
              </a:defRPr>
            </a:lvl1pPr>
            <a:lvl2pPr marL="184150" indent="-171450" algn="ctr">
              <a:buFont typeface="Arial" panose="020B0604020202020204" pitchFamily="34" charset="0"/>
              <a:buChar char="•"/>
              <a:tabLst/>
              <a:defRPr>
                <a:solidFill>
                  <a:schemeClr val="accent3"/>
                </a:solidFill>
              </a:defRPr>
            </a:lvl2pPr>
            <a:lvl3pPr marL="12700" indent="0">
              <a:buNone/>
              <a:tabLst/>
              <a:defRPr/>
            </a:lvl3pPr>
          </a:lstStyle>
          <a:p>
            <a:pPr lvl="0"/>
            <a:r>
              <a:rPr lang="en-GB" dirty="0"/>
              <a:t>Name and Surname</a:t>
            </a:r>
          </a:p>
          <a:p>
            <a:pPr lvl="1"/>
            <a:r>
              <a:rPr lang="en-GB" dirty="0"/>
              <a:t>Position</a:t>
            </a:r>
          </a:p>
        </p:txBody>
      </p:sp>
      <p:sp>
        <p:nvSpPr>
          <p:cNvPr id="6" name="Text Placeholder 10">
            <a:extLst>
              <a:ext uri="{FF2B5EF4-FFF2-40B4-BE49-F238E27FC236}">
                <a16:creationId xmlns:a16="http://schemas.microsoft.com/office/drawing/2014/main" id="{51A4C240-E285-77C0-A17E-0BDA96C73013}"/>
              </a:ext>
            </a:extLst>
          </p:cNvPr>
          <p:cNvSpPr>
            <a:spLocks noGrp="1"/>
          </p:cNvSpPr>
          <p:nvPr>
            <p:ph type="body" sz="quarter" idx="14"/>
          </p:nvPr>
        </p:nvSpPr>
        <p:spPr>
          <a:xfrm>
            <a:off x="6807825" y="5031064"/>
            <a:ext cx="4209363" cy="1076177"/>
          </a:xfrm>
        </p:spPr>
        <p:txBody>
          <a:bodyPr>
            <a:normAutofit/>
          </a:bodyPr>
          <a:lstStyle>
            <a:lvl1pPr algn="ctr">
              <a:defRPr sz="1200"/>
            </a:lvl1pPr>
            <a:lvl2pPr marL="7938" indent="0" algn="ctr">
              <a:buNone/>
              <a:tabLst/>
              <a:defRPr/>
            </a:lvl2pPr>
          </a:lstStyle>
          <a:p>
            <a:pPr lvl="0"/>
            <a:r>
              <a:rPr lang="en-US"/>
              <a:t>Click to edit Master text styles</a:t>
            </a:r>
          </a:p>
        </p:txBody>
      </p:sp>
      <p:sp>
        <p:nvSpPr>
          <p:cNvPr id="7" name="Picture Placeholder 16">
            <a:extLst>
              <a:ext uri="{FF2B5EF4-FFF2-40B4-BE49-F238E27FC236}">
                <a16:creationId xmlns:a16="http://schemas.microsoft.com/office/drawing/2014/main" id="{342F1595-54C1-521B-CB5D-F4CABA31B696}"/>
              </a:ext>
            </a:extLst>
          </p:cNvPr>
          <p:cNvSpPr>
            <a:spLocks noGrp="1"/>
          </p:cNvSpPr>
          <p:nvPr>
            <p:ph type="pic" sz="quarter" idx="15"/>
          </p:nvPr>
        </p:nvSpPr>
        <p:spPr>
          <a:xfrm>
            <a:off x="8061389" y="2686954"/>
            <a:ext cx="1407298" cy="1484092"/>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dirty="0"/>
          </a:p>
        </p:txBody>
      </p:sp>
      <p:sp>
        <p:nvSpPr>
          <p:cNvPr id="8" name="Rectangle 6">
            <a:extLst>
              <a:ext uri="{FF2B5EF4-FFF2-40B4-BE49-F238E27FC236}">
                <a16:creationId xmlns:a16="http://schemas.microsoft.com/office/drawing/2014/main" id="{B4BF3A08-8728-370B-1C60-034EF297EC6C}"/>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10" name="Freeform 9">
            <a:extLst>
              <a:ext uri="{FF2B5EF4-FFF2-40B4-BE49-F238E27FC236}">
                <a16:creationId xmlns:a16="http://schemas.microsoft.com/office/drawing/2014/main" id="{7C02B5AC-C5E7-E0AB-AE41-51FBBA471C16}"/>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626116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_Basic">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FF4C1F15-4D7F-A4C2-9E63-6E4C1835AE5D}"/>
              </a:ext>
            </a:extLst>
          </p:cNvPr>
          <p:cNvSpPr/>
          <p:nvPr userDrawn="1"/>
        </p:nvSpPr>
        <p:spPr>
          <a:xfrm>
            <a:off x="0" y="2362961"/>
            <a:ext cx="12192000" cy="4483603"/>
          </a:xfrm>
          <a:custGeom>
            <a:avLst/>
            <a:gdLst>
              <a:gd name="connsiteX0" fmla="*/ 7094336 w 12223102"/>
              <a:gd name="connsiteY0" fmla="*/ 973 h 4495041"/>
              <a:gd name="connsiteX1" fmla="*/ 7658561 w 12223102"/>
              <a:gd name="connsiteY1" fmla="*/ 19161 h 4495041"/>
              <a:gd name="connsiteX2" fmla="*/ 12132909 w 12223102"/>
              <a:gd name="connsiteY2" fmla="*/ 2524033 h 4495041"/>
              <a:gd name="connsiteX3" fmla="*/ 12223102 w 12223102"/>
              <a:gd name="connsiteY3" fmla="*/ 2696368 h 4495041"/>
              <a:gd name="connsiteX4" fmla="*/ 12223102 w 12223102"/>
              <a:gd name="connsiteY4" fmla="*/ 4495041 h 4495041"/>
              <a:gd name="connsiteX5" fmla="*/ 0 w 12223102"/>
              <a:gd name="connsiteY5" fmla="*/ 4495041 h 4495041"/>
              <a:gd name="connsiteX6" fmla="*/ 0 w 12223102"/>
              <a:gd name="connsiteY6" fmla="*/ 1679964 h 4495041"/>
              <a:gd name="connsiteX7" fmla="*/ 203273 w 12223102"/>
              <a:gd name="connsiteY7" fmla="*/ 1557797 h 4495041"/>
              <a:gd name="connsiteX8" fmla="*/ 3532858 w 12223102"/>
              <a:gd name="connsiteY8" fmla="*/ 749399 h 4495041"/>
              <a:gd name="connsiteX9" fmla="*/ 7094336 w 12223102"/>
              <a:gd name="connsiteY9" fmla="*/ 973 h 4495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3102" h="4495041">
                <a:moveTo>
                  <a:pt x="7094336" y="973"/>
                </a:moveTo>
                <a:cubicBezTo>
                  <a:pt x="7276515" y="-2440"/>
                  <a:pt x="7464078" y="3013"/>
                  <a:pt x="7658561" y="19161"/>
                </a:cubicBezTo>
                <a:cubicBezTo>
                  <a:pt x="9210601" y="139180"/>
                  <a:pt x="11209251" y="954376"/>
                  <a:pt x="12132909" y="2524033"/>
                </a:cubicBezTo>
                <a:lnTo>
                  <a:pt x="12223102" y="2696368"/>
                </a:lnTo>
                <a:lnTo>
                  <a:pt x="12223102" y="4495041"/>
                </a:lnTo>
                <a:lnTo>
                  <a:pt x="0" y="4495041"/>
                </a:lnTo>
                <a:lnTo>
                  <a:pt x="0" y="1679964"/>
                </a:lnTo>
                <a:lnTo>
                  <a:pt x="203273" y="1557797"/>
                </a:lnTo>
                <a:cubicBezTo>
                  <a:pt x="1130500" y="1056162"/>
                  <a:pt x="2430761" y="972836"/>
                  <a:pt x="3532858" y="749399"/>
                </a:cubicBezTo>
                <a:cubicBezTo>
                  <a:pt x="4807615" y="483242"/>
                  <a:pt x="5819080" y="24865"/>
                  <a:pt x="7094336" y="973"/>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49476"/>
            <a:ext cx="11090275"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037" y="1825625"/>
            <a:ext cx="11090275" cy="448310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Rectangle 6">
            <a:extLst>
              <a:ext uri="{FF2B5EF4-FFF2-40B4-BE49-F238E27FC236}">
                <a16:creationId xmlns:a16="http://schemas.microsoft.com/office/drawing/2014/main" id="{32F2526A-F8E6-681A-4E1B-EBA7E2EE9B5D}"/>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416310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_3 Columns_Comparison">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9" y="549476"/>
            <a:ext cx="11087100"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4" name="Text Placeholder 6">
            <a:extLst>
              <a:ext uri="{FF2B5EF4-FFF2-40B4-BE49-F238E27FC236}">
                <a16:creationId xmlns:a16="http://schemas.microsoft.com/office/drawing/2014/main" id="{151D2AC7-BB8D-E36B-EF33-A57E03B9B4F0}"/>
              </a:ext>
            </a:extLst>
          </p:cNvPr>
          <p:cNvSpPr>
            <a:spLocks noGrp="1"/>
          </p:cNvSpPr>
          <p:nvPr>
            <p:ph idx="1"/>
          </p:nvPr>
        </p:nvSpPr>
        <p:spPr>
          <a:xfrm>
            <a:off x="550861" y="3020992"/>
            <a:ext cx="3468245" cy="1448023"/>
          </a:xfrm>
          <a:prstGeom prst="rect">
            <a:avLst/>
          </a:prstGeom>
          <a:solidFill>
            <a:schemeClr val="bg1"/>
          </a:solidFill>
          <a:ln>
            <a:solidFill>
              <a:schemeClr val="accent3"/>
            </a:solidFill>
          </a:ln>
        </p:spPr>
        <p:txBody>
          <a:bodyPr vert="horz" lIns="216000" tIns="216000" rIns="216000" bIns="21600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8" name="Text Placeholder 7">
            <a:extLst>
              <a:ext uri="{FF2B5EF4-FFF2-40B4-BE49-F238E27FC236}">
                <a16:creationId xmlns:a16="http://schemas.microsoft.com/office/drawing/2014/main" id="{F6E9F23E-DC2B-A56B-B5FA-839AF3E2CA96}"/>
              </a:ext>
            </a:extLst>
          </p:cNvPr>
          <p:cNvSpPr>
            <a:spLocks noGrp="1"/>
          </p:cNvSpPr>
          <p:nvPr>
            <p:ph type="body" sz="quarter" idx="11"/>
          </p:nvPr>
        </p:nvSpPr>
        <p:spPr>
          <a:xfrm>
            <a:off x="550861" y="2272649"/>
            <a:ext cx="3468245" cy="747415"/>
          </a:xfrm>
          <a:solidFill>
            <a:schemeClr val="accent3"/>
          </a:solidFill>
        </p:spPr>
        <p:txBody>
          <a:bodyPr lIns="216000" rIns="720000" anchor="ctr"/>
          <a:lstStyle>
            <a:lvl1pPr marL="0" indent="0">
              <a:buNone/>
              <a:defRPr b="1">
                <a:solidFill>
                  <a:schemeClr val="bg1"/>
                </a:solidFill>
              </a:defRPr>
            </a:lvl1pPr>
          </a:lstStyle>
          <a:p>
            <a:pPr lvl="0"/>
            <a:r>
              <a:rPr lang="en-US"/>
              <a:t>Click to edit Master text styles</a:t>
            </a:r>
          </a:p>
        </p:txBody>
      </p:sp>
      <p:sp>
        <p:nvSpPr>
          <p:cNvPr id="7" name="Text Placeholder 6">
            <a:extLst>
              <a:ext uri="{FF2B5EF4-FFF2-40B4-BE49-F238E27FC236}">
                <a16:creationId xmlns:a16="http://schemas.microsoft.com/office/drawing/2014/main" id="{50CBE420-3F31-E575-C2A6-367264618371}"/>
              </a:ext>
            </a:extLst>
          </p:cNvPr>
          <p:cNvSpPr>
            <a:spLocks noGrp="1"/>
          </p:cNvSpPr>
          <p:nvPr>
            <p:ph idx="12"/>
          </p:nvPr>
        </p:nvSpPr>
        <p:spPr>
          <a:xfrm>
            <a:off x="4361877" y="3020992"/>
            <a:ext cx="3468245" cy="1448023"/>
          </a:xfrm>
          <a:prstGeom prst="rect">
            <a:avLst/>
          </a:prstGeom>
          <a:solidFill>
            <a:schemeClr val="bg1"/>
          </a:solidFill>
          <a:ln>
            <a:solidFill>
              <a:schemeClr val="accent3"/>
            </a:solidFill>
          </a:ln>
        </p:spPr>
        <p:txBody>
          <a:bodyPr vert="horz" lIns="216000" tIns="216000" rIns="216000" bIns="21600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9" name="Text Placeholder 7">
            <a:extLst>
              <a:ext uri="{FF2B5EF4-FFF2-40B4-BE49-F238E27FC236}">
                <a16:creationId xmlns:a16="http://schemas.microsoft.com/office/drawing/2014/main" id="{DFEAFB00-1D47-1908-BECD-4C204FAF1EBC}"/>
              </a:ext>
            </a:extLst>
          </p:cNvPr>
          <p:cNvSpPr>
            <a:spLocks noGrp="1"/>
          </p:cNvSpPr>
          <p:nvPr>
            <p:ph type="body" sz="quarter" idx="13"/>
          </p:nvPr>
        </p:nvSpPr>
        <p:spPr>
          <a:xfrm>
            <a:off x="4361877" y="2272649"/>
            <a:ext cx="3468245" cy="747415"/>
          </a:xfrm>
          <a:solidFill>
            <a:schemeClr val="tx2"/>
          </a:solidFill>
        </p:spPr>
        <p:txBody>
          <a:bodyPr lIns="216000" rIns="720000" anchor="ctr"/>
          <a:lstStyle>
            <a:lvl1pPr marL="0" indent="0">
              <a:buNone/>
              <a:defRPr b="1">
                <a:solidFill>
                  <a:schemeClr val="bg1"/>
                </a:solidFill>
              </a:defRPr>
            </a:lvl1pPr>
          </a:lstStyle>
          <a:p>
            <a:pPr lvl="0"/>
            <a:r>
              <a:rPr lang="en-US"/>
              <a:t>Click to edit Master text styles</a:t>
            </a:r>
          </a:p>
        </p:txBody>
      </p:sp>
      <p:sp>
        <p:nvSpPr>
          <p:cNvPr id="11" name="Text Placeholder 6">
            <a:extLst>
              <a:ext uri="{FF2B5EF4-FFF2-40B4-BE49-F238E27FC236}">
                <a16:creationId xmlns:a16="http://schemas.microsoft.com/office/drawing/2014/main" id="{3BEC06E4-E609-C6A5-1DD4-2791601C7E39}"/>
              </a:ext>
            </a:extLst>
          </p:cNvPr>
          <p:cNvSpPr>
            <a:spLocks noGrp="1"/>
          </p:cNvSpPr>
          <p:nvPr>
            <p:ph idx="14"/>
          </p:nvPr>
        </p:nvSpPr>
        <p:spPr>
          <a:xfrm>
            <a:off x="8172893" y="3020992"/>
            <a:ext cx="3468245" cy="1448023"/>
          </a:xfrm>
          <a:prstGeom prst="rect">
            <a:avLst/>
          </a:prstGeom>
          <a:solidFill>
            <a:schemeClr val="bg1"/>
          </a:solidFill>
          <a:ln>
            <a:solidFill>
              <a:schemeClr val="accent3"/>
            </a:solidFill>
          </a:ln>
        </p:spPr>
        <p:txBody>
          <a:bodyPr vert="horz" lIns="216000" tIns="216000" rIns="216000" bIns="21600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2" name="Text Placeholder 7">
            <a:extLst>
              <a:ext uri="{FF2B5EF4-FFF2-40B4-BE49-F238E27FC236}">
                <a16:creationId xmlns:a16="http://schemas.microsoft.com/office/drawing/2014/main" id="{A7414179-2DE8-0773-D77B-3664542F9711}"/>
              </a:ext>
            </a:extLst>
          </p:cNvPr>
          <p:cNvSpPr>
            <a:spLocks noGrp="1"/>
          </p:cNvSpPr>
          <p:nvPr>
            <p:ph type="body" sz="quarter" idx="15"/>
          </p:nvPr>
        </p:nvSpPr>
        <p:spPr>
          <a:xfrm>
            <a:off x="8172893" y="2272649"/>
            <a:ext cx="3468245" cy="747415"/>
          </a:xfrm>
          <a:solidFill>
            <a:schemeClr val="accent1"/>
          </a:solidFill>
        </p:spPr>
        <p:txBody>
          <a:bodyPr lIns="216000" rIns="720000" anchor="ctr"/>
          <a:lstStyle>
            <a:lvl1pPr marL="0" indent="0">
              <a:buNone/>
              <a:defRPr b="1">
                <a:solidFill>
                  <a:schemeClr val="bg1"/>
                </a:solidFill>
              </a:defRPr>
            </a:lvl1pPr>
          </a:lstStyle>
          <a:p>
            <a:pPr lvl="0"/>
            <a:r>
              <a:rPr lang="en-US"/>
              <a:t>Click to edit Master text styles</a:t>
            </a:r>
          </a:p>
        </p:txBody>
      </p:sp>
      <p:sp>
        <p:nvSpPr>
          <p:cNvPr id="20" name="Picture Placeholder 9">
            <a:extLst>
              <a:ext uri="{FF2B5EF4-FFF2-40B4-BE49-F238E27FC236}">
                <a16:creationId xmlns:a16="http://schemas.microsoft.com/office/drawing/2014/main" id="{ECBFB9A0-3E0E-E422-871E-3CA94A242A45}"/>
              </a:ext>
            </a:extLst>
          </p:cNvPr>
          <p:cNvSpPr>
            <a:spLocks noGrp="1"/>
          </p:cNvSpPr>
          <p:nvPr>
            <p:ph type="pic" sz="quarter" idx="16" hasCustomPrompt="1"/>
          </p:nvPr>
        </p:nvSpPr>
        <p:spPr>
          <a:xfrm>
            <a:off x="3285047" y="2274700"/>
            <a:ext cx="734059" cy="732858"/>
          </a:xfrm>
        </p:spPr>
        <p:txBody>
          <a:bodyPr anchor="ctr">
            <a:normAutofit/>
          </a:bodyPr>
          <a:lstStyle>
            <a:lvl1pPr marL="0" indent="0" algn="ctr">
              <a:buNone/>
              <a:defRPr sz="1200">
                <a:solidFill>
                  <a:schemeClr val="bg1"/>
                </a:solidFill>
              </a:defRPr>
            </a:lvl1pPr>
          </a:lstStyle>
          <a:p>
            <a:r>
              <a:rPr lang="en-PL" dirty="0"/>
              <a:t>Icon</a:t>
            </a:r>
          </a:p>
        </p:txBody>
      </p:sp>
      <p:sp>
        <p:nvSpPr>
          <p:cNvPr id="21" name="Picture Placeholder 9">
            <a:extLst>
              <a:ext uri="{FF2B5EF4-FFF2-40B4-BE49-F238E27FC236}">
                <a16:creationId xmlns:a16="http://schemas.microsoft.com/office/drawing/2014/main" id="{F8B3B003-875D-3888-3DCA-FB2A4EE53A65}"/>
              </a:ext>
            </a:extLst>
          </p:cNvPr>
          <p:cNvSpPr>
            <a:spLocks noGrp="1"/>
          </p:cNvSpPr>
          <p:nvPr>
            <p:ph type="pic" sz="quarter" idx="17" hasCustomPrompt="1"/>
          </p:nvPr>
        </p:nvSpPr>
        <p:spPr>
          <a:xfrm>
            <a:off x="7096063" y="2274700"/>
            <a:ext cx="734059" cy="732858"/>
          </a:xfrm>
        </p:spPr>
        <p:txBody>
          <a:bodyPr anchor="ctr">
            <a:normAutofit/>
          </a:bodyPr>
          <a:lstStyle>
            <a:lvl1pPr marL="0" indent="0" algn="ctr">
              <a:buNone/>
              <a:defRPr sz="1200">
                <a:solidFill>
                  <a:schemeClr val="bg1"/>
                </a:solidFill>
              </a:defRPr>
            </a:lvl1pPr>
          </a:lstStyle>
          <a:p>
            <a:r>
              <a:rPr lang="en-PL" dirty="0"/>
              <a:t>Icon</a:t>
            </a:r>
          </a:p>
        </p:txBody>
      </p:sp>
      <p:sp>
        <p:nvSpPr>
          <p:cNvPr id="22" name="Picture Placeholder 9">
            <a:extLst>
              <a:ext uri="{FF2B5EF4-FFF2-40B4-BE49-F238E27FC236}">
                <a16:creationId xmlns:a16="http://schemas.microsoft.com/office/drawing/2014/main" id="{4AA41865-18A2-548E-5FDA-5CF50E809152}"/>
              </a:ext>
            </a:extLst>
          </p:cNvPr>
          <p:cNvSpPr>
            <a:spLocks noGrp="1"/>
          </p:cNvSpPr>
          <p:nvPr>
            <p:ph type="pic" sz="quarter" idx="18" hasCustomPrompt="1"/>
          </p:nvPr>
        </p:nvSpPr>
        <p:spPr>
          <a:xfrm>
            <a:off x="10907079" y="2274700"/>
            <a:ext cx="734059" cy="732858"/>
          </a:xfrm>
        </p:spPr>
        <p:txBody>
          <a:bodyPr anchor="ctr">
            <a:normAutofit/>
          </a:bodyPr>
          <a:lstStyle>
            <a:lvl1pPr marL="0" indent="0" algn="ctr">
              <a:buNone/>
              <a:defRPr sz="1200">
                <a:solidFill>
                  <a:schemeClr val="bg1"/>
                </a:solidFill>
              </a:defRPr>
            </a:lvl1pPr>
          </a:lstStyle>
          <a:p>
            <a:r>
              <a:rPr lang="en-PL" dirty="0"/>
              <a:t>Icon</a:t>
            </a:r>
          </a:p>
        </p:txBody>
      </p:sp>
      <p:sp>
        <p:nvSpPr>
          <p:cNvPr id="24" name="Text Placeholder 23">
            <a:extLst>
              <a:ext uri="{FF2B5EF4-FFF2-40B4-BE49-F238E27FC236}">
                <a16:creationId xmlns:a16="http://schemas.microsoft.com/office/drawing/2014/main" id="{14D9E28D-7884-2387-F23A-3865D752AC27}"/>
              </a:ext>
            </a:extLst>
          </p:cNvPr>
          <p:cNvSpPr>
            <a:spLocks noGrp="1"/>
          </p:cNvSpPr>
          <p:nvPr>
            <p:ph type="body" sz="quarter" idx="19"/>
          </p:nvPr>
        </p:nvSpPr>
        <p:spPr>
          <a:xfrm>
            <a:off x="550863" y="4930775"/>
            <a:ext cx="11090275" cy="1377950"/>
          </a:xfrm>
        </p:spPr>
        <p:txBody>
          <a:bodyPr/>
          <a:lstStyle/>
          <a:p>
            <a:pPr lvl="0"/>
            <a:r>
              <a:rPr lang="en-US"/>
              <a:t>Click to edit Master text styles</a:t>
            </a:r>
          </a:p>
          <a:p>
            <a:pPr lvl="1"/>
            <a:r>
              <a:rPr lang="en-US"/>
              <a:t>Second level</a:t>
            </a:r>
          </a:p>
          <a:p>
            <a:pPr lvl="2"/>
            <a:r>
              <a:rPr lang="en-US"/>
              <a:t>Third level</a:t>
            </a:r>
          </a:p>
        </p:txBody>
      </p:sp>
      <p:sp>
        <p:nvSpPr>
          <p:cNvPr id="10" name="Rectangle 6">
            <a:extLst>
              <a:ext uri="{FF2B5EF4-FFF2-40B4-BE49-F238E27FC236}">
                <a16:creationId xmlns:a16="http://schemas.microsoft.com/office/drawing/2014/main" id="{33E6BFE3-56D0-E350-F911-073145A627C2}"/>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360676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_3 Columns_Comparison_2">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25437C-A40E-C40C-40AE-5ACC8E51E447}"/>
              </a:ext>
            </a:extLst>
          </p:cNvPr>
          <p:cNvSpPr/>
          <p:nvPr userDrawn="1"/>
        </p:nvSpPr>
        <p:spPr>
          <a:xfrm>
            <a:off x="0" y="-9331"/>
            <a:ext cx="4074368" cy="686733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F2C6ABB0-2B00-49BC-EC7B-26AF429385E3}"/>
              </a:ext>
            </a:extLst>
          </p:cNvPr>
          <p:cNvSpPr/>
          <p:nvPr userDrawn="1"/>
        </p:nvSpPr>
        <p:spPr>
          <a:xfrm>
            <a:off x="4074367" y="-9331"/>
            <a:ext cx="4074368" cy="686733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FC97BE5E-57EE-01FA-DC75-B5D8ACE84F58}"/>
              </a:ext>
            </a:extLst>
          </p:cNvPr>
          <p:cNvSpPr/>
          <p:nvPr userDrawn="1"/>
        </p:nvSpPr>
        <p:spPr>
          <a:xfrm>
            <a:off x="8148735" y="-4665"/>
            <a:ext cx="4043265" cy="6867331"/>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9" y="549476"/>
            <a:ext cx="11087100" cy="1131687"/>
          </a:xfrm>
        </p:spPr>
        <p:txBody>
          <a:bodyPr/>
          <a:lstStyle>
            <a:lvl1pPr>
              <a:defRPr>
                <a:solidFill>
                  <a:schemeClr val="bg1"/>
                </a:solidFill>
              </a:defRPr>
            </a:lvl1p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bg2"/>
                </a:solidFill>
              </a:defRPr>
            </a:lvl1pPr>
          </a:lstStyle>
          <a:p>
            <a:fld id="{4EE75B84-B7E0-4C4B-AC9D-894B0C074E7C}" type="slidenum">
              <a:rPr lang="en-PL" smtClean="0"/>
              <a:pPr/>
              <a:t>‹#›</a:t>
            </a:fld>
            <a:endParaRPr lang="en-PL" dirty="0"/>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accent4">
                <a:alpha val="9504"/>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17" name="Text Placeholder 6">
            <a:extLst>
              <a:ext uri="{FF2B5EF4-FFF2-40B4-BE49-F238E27FC236}">
                <a16:creationId xmlns:a16="http://schemas.microsoft.com/office/drawing/2014/main" id="{A63E8409-D303-82F9-A976-A8D896A39FD0}"/>
              </a:ext>
            </a:extLst>
          </p:cNvPr>
          <p:cNvSpPr>
            <a:spLocks noGrp="1"/>
          </p:cNvSpPr>
          <p:nvPr>
            <p:ph idx="1"/>
          </p:nvPr>
        </p:nvSpPr>
        <p:spPr>
          <a:xfrm>
            <a:off x="554037" y="2599978"/>
            <a:ext cx="3149530" cy="3708545"/>
          </a:xfrm>
          <a:prstGeom prst="rect">
            <a:avLst/>
          </a:prstGeom>
        </p:spPr>
        <p:txBody>
          <a:bodyPr vert="horz" lIns="0" tIns="0" rIns="0" bIns="0" rtlCol="0">
            <a:normAutofit/>
          </a:bodyPr>
          <a:lstStyle>
            <a:lvl1pPr marL="0" indent="0" algn="ctr">
              <a:buNone/>
              <a:defRPr sz="1200">
                <a:solidFill>
                  <a:schemeClr val="bg1"/>
                </a:solidFill>
              </a:defRPr>
            </a:lvl1pPr>
            <a:lvl2pPr marL="457200" indent="0">
              <a:buNone/>
              <a:defRPr/>
            </a:lvl2pPr>
            <a:lvl3pPr marL="914400" indent="0">
              <a:buNone/>
              <a:defRPr/>
            </a:lvl3pPr>
          </a:lstStyle>
          <a:p>
            <a:pPr lvl="0"/>
            <a:r>
              <a:rPr lang="en-US"/>
              <a:t>Click to edit Master text styles</a:t>
            </a:r>
          </a:p>
        </p:txBody>
      </p:sp>
      <p:sp>
        <p:nvSpPr>
          <p:cNvPr id="18" name="Text Placeholder 7">
            <a:extLst>
              <a:ext uri="{FF2B5EF4-FFF2-40B4-BE49-F238E27FC236}">
                <a16:creationId xmlns:a16="http://schemas.microsoft.com/office/drawing/2014/main" id="{988C3E31-1373-ED98-F74B-0625680753B3}"/>
              </a:ext>
            </a:extLst>
          </p:cNvPr>
          <p:cNvSpPr>
            <a:spLocks noGrp="1"/>
          </p:cNvSpPr>
          <p:nvPr>
            <p:ph type="body" sz="quarter" idx="11"/>
          </p:nvPr>
        </p:nvSpPr>
        <p:spPr>
          <a:xfrm>
            <a:off x="554037" y="1970665"/>
            <a:ext cx="3149530" cy="444507"/>
          </a:xfrm>
        </p:spPr>
        <p:txBody>
          <a:bodyPr/>
          <a:lstStyle>
            <a:lvl1pPr marL="0" indent="0" algn="ctr">
              <a:buNone/>
              <a:defRPr b="1">
                <a:solidFill>
                  <a:schemeClr val="bg1"/>
                </a:solidFill>
              </a:defRPr>
            </a:lvl1pPr>
          </a:lstStyle>
          <a:p>
            <a:pPr lvl="0"/>
            <a:r>
              <a:rPr lang="en-US"/>
              <a:t>Click to edit Master text styles</a:t>
            </a:r>
          </a:p>
        </p:txBody>
      </p:sp>
      <p:sp>
        <p:nvSpPr>
          <p:cNvPr id="23" name="Text Placeholder 6">
            <a:extLst>
              <a:ext uri="{FF2B5EF4-FFF2-40B4-BE49-F238E27FC236}">
                <a16:creationId xmlns:a16="http://schemas.microsoft.com/office/drawing/2014/main" id="{2142A9DC-B0AD-69EB-B83C-76EFC9BE3F4E}"/>
              </a:ext>
            </a:extLst>
          </p:cNvPr>
          <p:cNvSpPr>
            <a:spLocks noGrp="1"/>
          </p:cNvSpPr>
          <p:nvPr>
            <p:ph idx="13"/>
          </p:nvPr>
        </p:nvSpPr>
        <p:spPr>
          <a:xfrm>
            <a:off x="8491608" y="2599979"/>
            <a:ext cx="3149530" cy="3708746"/>
          </a:xfrm>
          <a:prstGeom prst="rect">
            <a:avLst/>
          </a:prstGeom>
        </p:spPr>
        <p:txBody>
          <a:bodyPr vert="horz" lIns="0" tIns="0" rIns="0" bIns="0" rtlCol="0">
            <a:normAutofit/>
          </a:bodyPr>
          <a:lstStyle>
            <a:lvl1pPr marL="0" indent="0" algn="ctr">
              <a:buNone/>
              <a:defRPr sz="1200">
                <a:solidFill>
                  <a:schemeClr val="bg1"/>
                </a:solidFill>
              </a:defRPr>
            </a:lvl1pPr>
            <a:lvl2pPr marL="457200" indent="0">
              <a:buNone/>
              <a:defRPr/>
            </a:lvl2pPr>
            <a:lvl3pPr marL="914400" indent="0">
              <a:buNone/>
              <a:defRPr/>
            </a:lvl3pPr>
          </a:lstStyle>
          <a:p>
            <a:pPr lvl="0"/>
            <a:r>
              <a:rPr lang="en-US"/>
              <a:t>Click to edit Master text styles</a:t>
            </a:r>
          </a:p>
        </p:txBody>
      </p:sp>
      <p:sp>
        <p:nvSpPr>
          <p:cNvPr id="25" name="Text Placeholder 7">
            <a:extLst>
              <a:ext uri="{FF2B5EF4-FFF2-40B4-BE49-F238E27FC236}">
                <a16:creationId xmlns:a16="http://schemas.microsoft.com/office/drawing/2014/main" id="{4C4F168F-916B-2C8B-D271-76901003D45D}"/>
              </a:ext>
            </a:extLst>
          </p:cNvPr>
          <p:cNvSpPr>
            <a:spLocks noGrp="1"/>
          </p:cNvSpPr>
          <p:nvPr>
            <p:ph type="body" sz="quarter" idx="14"/>
          </p:nvPr>
        </p:nvSpPr>
        <p:spPr>
          <a:xfrm>
            <a:off x="8491608" y="1970665"/>
            <a:ext cx="3149530" cy="444507"/>
          </a:xfrm>
        </p:spPr>
        <p:txBody>
          <a:bodyPr/>
          <a:lstStyle>
            <a:lvl1pPr marL="0" indent="0" algn="ctr">
              <a:buNone/>
              <a:defRPr b="1">
                <a:solidFill>
                  <a:schemeClr val="bg1"/>
                </a:solidFill>
              </a:defRPr>
            </a:lvl1pPr>
          </a:lstStyle>
          <a:p>
            <a:pPr lvl="0"/>
            <a:r>
              <a:rPr lang="en-US"/>
              <a:t>Click to edit Master text styles</a:t>
            </a:r>
          </a:p>
        </p:txBody>
      </p:sp>
      <p:sp>
        <p:nvSpPr>
          <p:cNvPr id="26" name="Text Placeholder 6">
            <a:extLst>
              <a:ext uri="{FF2B5EF4-FFF2-40B4-BE49-F238E27FC236}">
                <a16:creationId xmlns:a16="http://schemas.microsoft.com/office/drawing/2014/main" id="{B323D17A-94C3-3DC3-68D3-7911DE9A60E5}"/>
              </a:ext>
            </a:extLst>
          </p:cNvPr>
          <p:cNvSpPr>
            <a:spLocks noGrp="1"/>
          </p:cNvSpPr>
          <p:nvPr>
            <p:ph idx="16"/>
          </p:nvPr>
        </p:nvSpPr>
        <p:spPr>
          <a:xfrm>
            <a:off x="4521235" y="2599979"/>
            <a:ext cx="3149530" cy="3708746"/>
          </a:xfrm>
          <a:prstGeom prst="rect">
            <a:avLst/>
          </a:prstGeom>
        </p:spPr>
        <p:txBody>
          <a:bodyPr vert="horz" lIns="0" tIns="0" rIns="0" bIns="0" rtlCol="0">
            <a:normAutofit/>
          </a:bodyPr>
          <a:lstStyle>
            <a:lvl1pPr marL="0" indent="0" algn="ctr">
              <a:buNone/>
              <a:defRPr sz="1200">
                <a:solidFill>
                  <a:schemeClr val="bg1"/>
                </a:solidFill>
              </a:defRPr>
            </a:lvl1pPr>
            <a:lvl2pPr marL="457200" indent="0">
              <a:buNone/>
              <a:defRPr/>
            </a:lvl2pPr>
            <a:lvl3pPr marL="914400" indent="0">
              <a:buNone/>
              <a:defRPr/>
            </a:lvl3pPr>
          </a:lstStyle>
          <a:p>
            <a:pPr lvl="0"/>
            <a:r>
              <a:rPr lang="en-US"/>
              <a:t>Click to edit Master text styles</a:t>
            </a:r>
          </a:p>
        </p:txBody>
      </p:sp>
      <p:sp>
        <p:nvSpPr>
          <p:cNvPr id="27" name="Text Placeholder 7">
            <a:extLst>
              <a:ext uri="{FF2B5EF4-FFF2-40B4-BE49-F238E27FC236}">
                <a16:creationId xmlns:a16="http://schemas.microsoft.com/office/drawing/2014/main" id="{56B63100-7AC9-1651-E1E1-A1A218970AC3}"/>
              </a:ext>
            </a:extLst>
          </p:cNvPr>
          <p:cNvSpPr>
            <a:spLocks noGrp="1"/>
          </p:cNvSpPr>
          <p:nvPr>
            <p:ph type="body" sz="quarter" idx="17"/>
          </p:nvPr>
        </p:nvSpPr>
        <p:spPr>
          <a:xfrm>
            <a:off x="4521235" y="1970665"/>
            <a:ext cx="3149530" cy="444507"/>
          </a:xfrm>
        </p:spPr>
        <p:txBody>
          <a:bodyPr/>
          <a:lstStyle>
            <a:lvl1pPr marL="0" indent="0" algn="ctr">
              <a:buNone/>
              <a:defRPr b="1">
                <a:solidFill>
                  <a:schemeClr val="bg1"/>
                </a:solidFill>
              </a:defRPr>
            </a:lvl1pPr>
          </a:lstStyle>
          <a:p>
            <a:pPr lvl="0"/>
            <a:r>
              <a:rPr lang="en-US"/>
              <a:t>Click to edit Master text styles</a:t>
            </a:r>
          </a:p>
        </p:txBody>
      </p:sp>
      <p:sp>
        <p:nvSpPr>
          <p:cNvPr id="4" name="Rectangle 6">
            <a:extLst>
              <a:ext uri="{FF2B5EF4-FFF2-40B4-BE49-F238E27FC236}">
                <a16:creationId xmlns:a16="http://schemas.microsoft.com/office/drawing/2014/main" id="{8DD81181-6E76-CEF3-F63F-071DBF748063}"/>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bg2">
              <a:alpha val="9903"/>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1604381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_2 Columns">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49476"/>
            <a:ext cx="11090275"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037" y="3886859"/>
            <a:ext cx="5349876" cy="2421865"/>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554037" y="3257546"/>
            <a:ext cx="5349876" cy="444507"/>
          </a:xfrm>
        </p:spPr>
        <p:txBody>
          <a:bodyPr/>
          <a:lstStyle>
            <a:lvl1pPr marL="0" indent="0">
              <a:buNone/>
              <a:defRPr b="1">
                <a:solidFill>
                  <a:schemeClr val="tx2"/>
                </a:solidFill>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B6CE90EA-17CC-1BE8-C18A-10A5E4DA72CE}"/>
              </a:ext>
            </a:extLst>
          </p:cNvPr>
          <p:cNvSpPr>
            <a:spLocks noGrp="1"/>
          </p:cNvSpPr>
          <p:nvPr>
            <p:ph type="pic" sz="quarter" idx="12" hasCustomPrompt="1"/>
          </p:nvPr>
        </p:nvSpPr>
        <p:spPr>
          <a:xfrm>
            <a:off x="554038" y="2038806"/>
            <a:ext cx="969962" cy="968375"/>
          </a:xfrm>
        </p:spPr>
        <p:txBody>
          <a:bodyPr anchor="ctr"/>
          <a:lstStyle>
            <a:lvl1pPr marL="0" indent="0" algn="ctr">
              <a:buNone/>
              <a:defRPr/>
            </a:lvl1pPr>
          </a:lstStyle>
          <a:p>
            <a:r>
              <a:rPr lang="en-PL" dirty="0"/>
              <a:t>Icon</a:t>
            </a:r>
          </a:p>
        </p:txBody>
      </p:sp>
      <p:sp>
        <p:nvSpPr>
          <p:cNvPr id="11" name="Text Placeholder 6">
            <a:extLst>
              <a:ext uri="{FF2B5EF4-FFF2-40B4-BE49-F238E27FC236}">
                <a16:creationId xmlns:a16="http://schemas.microsoft.com/office/drawing/2014/main" id="{9EF02D6E-E8B2-4CB8-A223-00262EE2A4C3}"/>
              </a:ext>
            </a:extLst>
          </p:cNvPr>
          <p:cNvSpPr>
            <a:spLocks noGrp="1"/>
          </p:cNvSpPr>
          <p:nvPr>
            <p:ph idx="13"/>
          </p:nvPr>
        </p:nvSpPr>
        <p:spPr>
          <a:xfrm>
            <a:off x="6291261" y="3886859"/>
            <a:ext cx="5349876" cy="2421865"/>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2" name="Text Placeholder 7">
            <a:extLst>
              <a:ext uri="{FF2B5EF4-FFF2-40B4-BE49-F238E27FC236}">
                <a16:creationId xmlns:a16="http://schemas.microsoft.com/office/drawing/2014/main" id="{15DB5DD6-596D-DC7B-3A2D-A53F70C97208}"/>
              </a:ext>
            </a:extLst>
          </p:cNvPr>
          <p:cNvSpPr>
            <a:spLocks noGrp="1"/>
          </p:cNvSpPr>
          <p:nvPr>
            <p:ph type="body" sz="quarter" idx="14"/>
          </p:nvPr>
        </p:nvSpPr>
        <p:spPr>
          <a:xfrm>
            <a:off x="6291261" y="3257546"/>
            <a:ext cx="5349876" cy="444507"/>
          </a:xfrm>
        </p:spPr>
        <p:txBody>
          <a:bodyPr/>
          <a:lstStyle>
            <a:lvl1pPr marL="0" indent="0">
              <a:buNone/>
              <a:defRPr b="1">
                <a:solidFill>
                  <a:schemeClr val="tx2"/>
                </a:solidFill>
              </a:defRPr>
            </a:lvl1pPr>
          </a:lstStyle>
          <a:p>
            <a:pPr lvl="0"/>
            <a:r>
              <a:rPr lang="en-US"/>
              <a:t>Click to edit Master text styles</a:t>
            </a:r>
          </a:p>
        </p:txBody>
      </p:sp>
      <p:sp>
        <p:nvSpPr>
          <p:cNvPr id="14" name="Picture Placeholder 9">
            <a:extLst>
              <a:ext uri="{FF2B5EF4-FFF2-40B4-BE49-F238E27FC236}">
                <a16:creationId xmlns:a16="http://schemas.microsoft.com/office/drawing/2014/main" id="{8386418A-527B-EDE4-B826-37C3E8C93760}"/>
              </a:ext>
            </a:extLst>
          </p:cNvPr>
          <p:cNvSpPr>
            <a:spLocks noGrp="1"/>
          </p:cNvSpPr>
          <p:nvPr>
            <p:ph type="pic" sz="quarter" idx="15" hasCustomPrompt="1"/>
          </p:nvPr>
        </p:nvSpPr>
        <p:spPr>
          <a:xfrm>
            <a:off x="6291262" y="2038806"/>
            <a:ext cx="969962" cy="968375"/>
          </a:xfrm>
        </p:spPr>
        <p:txBody>
          <a:bodyPr anchor="ctr"/>
          <a:lstStyle>
            <a:lvl1pPr marL="0" indent="0" algn="ctr">
              <a:buNone/>
              <a:defRPr/>
            </a:lvl1pPr>
          </a:lstStyle>
          <a:p>
            <a:r>
              <a:rPr lang="en-PL" dirty="0"/>
              <a:t>Icon</a:t>
            </a:r>
          </a:p>
        </p:txBody>
      </p:sp>
      <p:sp>
        <p:nvSpPr>
          <p:cNvPr id="7" name="Rectangle 6">
            <a:extLst>
              <a:ext uri="{FF2B5EF4-FFF2-40B4-BE49-F238E27FC236}">
                <a16:creationId xmlns:a16="http://schemas.microsoft.com/office/drawing/2014/main" id="{C01C6F15-A55D-CB9A-FA3D-FDF18B85343B}"/>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13447433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3 Columns">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49476"/>
            <a:ext cx="11090275"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036" y="3881913"/>
            <a:ext cx="3468245" cy="2426811"/>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554036" y="3252600"/>
            <a:ext cx="3468245" cy="444507"/>
          </a:xfrm>
        </p:spPr>
        <p:txBody>
          <a:bodyPr/>
          <a:lstStyle>
            <a:lvl1pPr marL="0" indent="0">
              <a:buNone/>
              <a:defRPr b="1">
                <a:solidFill>
                  <a:schemeClr val="tx2"/>
                </a:solidFill>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B6CE90EA-17CC-1BE8-C18A-10A5E4DA72CE}"/>
              </a:ext>
            </a:extLst>
          </p:cNvPr>
          <p:cNvSpPr>
            <a:spLocks noGrp="1"/>
          </p:cNvSpPr>
          <p:nvPr>
            <p:ph type="pic" sz="quarter" idx="12" hasCustomPrompt="1"/>
          </p:nvPr>
        </p:nvSpPr>
        <p:spPr>
          <a:xfrm>
            <a:off x="554038" y="2038806"/>
            <a:ext cx="969962" cy="968375"/>
          </a:xfrm>
        </p:spPr>
        <p:txBody>
          <a:bodyPr anchor="ctr"/>
          <a:lstStyle>
            <a:lvl1pPr marL="0" indent="0" algn="ctr">
              <a:buNone/>
              <a:defRPr/>
            </a:lvl1pPr>
          </a:lstStyle>
          <a:p>
            <a:r>
              <a:rPr lang="en-PL" dirty="0"/>
              <a:t>Icon</a:t>
            </a:r>
          </a:p>
        </p:txBody>
      </p:sp>
      <p:sp>
        <p:nvSpPr>
          <p:cNvPr id="18" name="Text Placeholder 6">
            <a:extLst>
              <a:ext uri="{FF2B5EF4-FFF2-40B4-BE49-F238E27FC236}">
                <a16:creationId xmlns:a16="http://schemas.microsoft.com/office/drawing/2014/main" id="{30012B09-3C1E-4293-DD0A-226BE8AFA9D4}"/>
              </a:ext>
            </a:extLst>
          </p:cNvPr>
          <p:cNvSpPr>
            <a:spLocks noGrp="1"/>
          </p:cNvSpPr>
          <p:nvPr>
            <p:ph idx="13"/>
          </p:nvPr>
        </p:nvSpPr>
        <p:spPr>
          <a:xfrm>
            <a:off x="8172894" y="3881914"/>
            <a:ext cx="3468245" cy="2426610"/>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0" name="Text Placeholder 7">
            <a:extLst>
              <a:ext uri="{FF2B5EF4-FFF2-40B4-BE49-F238E27FC236}">
                <a16:creationId xmlns:a16="http://schemas.microsoft.com/office/drawing/2014/main" id="{66B12A68-F898-618D-32AA-9FE63A3E9823}"/>
              </a:ext>
            </a:extLst>
          </p:cNvPr>
          <p:cNvSpPr>
            <a:spLocks noGrp="1"/>
          </p:cNvSpPr>
          <p:nvPr>
            <p:ph type="body" sz="quarter" idx="14"/>
          </p:nvPr>
        </p:nvSpPr>
        <p:spPr>
          <a:xfrm>
            <a:off x="8172894" y="3252600"/>
            <a:ext cx="3468245" cy="444507"/>
          </a:xfrm>
        </p:spPr>
        <p:txBody>
          <a:bodyPr/>
          <a:lstStyle>
            <a:lvl1pPr marL="0" indent="0">
              <a:buNone/>
              <a:defRPr b="1">
                <a:solidFill>
                  <a:schemeClr val="tx2"/>
                </a:solidFill>
              </a:defRPr>
            </a:lvl1pPr>
          </a:lstStyle>
          <a:p>
            <a:pPr lvl="0"/>
            <a:r>
              <a:rPr lang="en-US"/>
              <a:t>Click to edit Master text styles</a:t>
            </a:r>
          </a:p>
        </p:txBody>
      </p:sp>
      <p:sp>
        <p:nvSpPr>
          <p:cNvPr id="21" name="Picture Placeholder 9">
            <a:extLst>
              <a:ext uri="{FF2B5EF4-FFF2-40B4-BE49-F238E27FC236}">
                <a16:creationId xmlns:a16="http://schemas.microsoft.com/office/drawing/2014/main" id="{901340AB-6727-BD78-1C0C-A8649882F375}"/>
              </a:ext>
            </a:extLst>
          </p:cNvPr>
          <p:cNvSpPr>
            <a:spLocks noGrp="1"/>
          </p:cNvSpPr>
          <p:nvPr>
            <p:ph type="pic" sz="quarter" idx="15" hasCustomPrompt="1"/>
          </p:nvPr>
        </p:nvSpPr>
        <p:spPr>
          <a:xfrm>
            <a:off x="8172896" y="2038806"/>
            <a:ext cx="969962" cy="968375"/>
          </a:xfrm>
        </p:spPr>
        <p:txBody>
          <a:bodyPr anchor="ctr"/>
          <a:lstStyle>
            <a:lvl1pPr marL="0" indent="0" algn="ctr">
              <a:buNone/>
              <a:defRPr/>
            </a:lvl1pPr>
          </a:lstStyle>
          <a:p>
            <a:r>
              <a:rPr lang="en-PL" dirty="0"/>
              <a:t>Icon</a:t>
            </a:r>
          </a:p>
        </p:txBody>
      </p:sp>
      <p:sp>
        <p:nvSpPr>
          <p:cNvPr id="22" name="Text Placeholder 6">
            <a:extLst>
              <a:ext uri="{FF2B5EF4-FFF2-40B4-BE49-F238E27FC236}">
                <a16:creationId xmlns:a16="http://schemas.microsoft.com/office/drawing/2014/main" id="{6D2911BD-AC57-F3C1-CDA2-0B90A1677FD1}"/>
              </a:ext>
            </a:extLst>
          </p:cNvPr>
          <p:cNvSpPr>
            <a:spLocks noGrp="1"/>
          </p:cNvSpPr>
          <p:nvPr>
            <p:ph idx="16"/>
          </p:nvPr>
        </p:nvSpPr>
        <p:spPr>
          <a:xfrm>
            <a:off x="4361875" y="3881913"/>
            <a:ext cx="3468245" cy="2426811"/>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3" name="Text Placeholder 7">
            <a:extLst>
              <a:ext uri="{FF2B5EF4-FFF2-40B4-BE49-F238E27FC236}">
                <a16:creationId xmlns:a16="http://schemas.microsoft.com/office/drawing/2014/main" id="{F2218111-F043-D631-57EE-2E2E8F94EA7E}"/>
              </a:ext>
            </a:extLst>
          </p:cNvPr>
          <p:cNvSpPr>
            <a:spLocks noGrp="1"/>
          </p:cNvSpPr>
          <p:nvPr>
            <p:ph type="body" sz="quarter" idx="17"/>
          </p:nvPr>
        </p:nvSpPr>
        <p:spPr>
          <a:xfrm>
            <a:off x="4361875" y="3252600"/>
            <a:ext cx="3468245" cy="444507"/>
          </a:xfrm>
        </p:spPr>
        <p:txBody>
          <a:bodyPr/>
          <a:lstStyle>
            <a:lvl1pPr marL="0" indent="0">
              <a:buNone/>
              <a:defRPr b="1">
                <a:solidFill>
                  <a:schemeClr val="tx2"/>
                </a:solidFill>
              </a:defRPr>
            </a:lvl1pPr>
          </a:lstStyle>
          <a:p>
            <a:pPr lvl="0"/>
            <a:r>
              <a:rPr lang="en-US"/>
              <a:t>Click to edit Master text styles</a:t>
            </a:r>
          </a:p>
        </p:txBody>
      </p:sp>
      <p:sp>
        <p:nvSpPr>
          <p:cNvPr id="24" name="Picture Placeholder 9">
            <a:extLst>
              <a:ext uri="{FF2B5EF4-FFF2-40B4-BE49-F238E27FC236}">
                <a16:creationId xmlns:a16="http://schemas.microsoft.com/office/drawing/2014/main" id="{73FE9BFF-228F-7329-1BFD-11E7B83971D1}"/>
              </a:ext>
            </a:extLst>
          </p:cNvPr>
          <p:cNvSpPr>
            <a:spLocks noGrp="1"/>
          </p:cNvSpPr>
          <p:nvPr>
            <p:ph type="pic" sz="quarter" idx="18" hasCustomPrompt="1"/>
          </p:nvPr>
        </p:nvSpPr>
        <p:spPr>
          <a:xfrm>
            <a:off x="4361877" y="2033860"/>
            <a:ext cx="969962" cy="968375"/>
          </a:xfrm>
        </p:spPr>
        <p:txBody>
          <a:bodyPr anchor="ctr"/>
          <a:lstStyle>
            <a:lvl1pPr marL="0" indent="0" algn="ctr">
              <a:buNone/>
              <a:defRPr/>
            </a:lvl1pPr>
          </a:lstStyle>
          <a:p>
            <a:r>
              <a:rPr lang="en-PL" dirty="0"/>
              <a:t>Icon</a:t>
            </a:r>
          </a:p>
        </p:txBody>
      </p:sp>
      <p:sp>
        <p:nvSpPr>
          <p:cNvPr id="7" name="Rectangle 6">
            <a:extLst>
              <a:ext uri="{FF2B5EF4-FFF2-40B4-BE49-F238E27FC236}">
                <a16:creationId xmlns:a16="http://schemas.microsoft.com/office/drawing/2014/main" id="{9B198979-465E-99CA-88EA-AC97AB729414}"/>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8898871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_4 Columns">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164" y="549098"/>
            <a:ext cx="11086973"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163" y="3881914"/>
            <a:ext cx="2479418" cy="242698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554163" y="3252600"/>
            <a:ext cx="2479418" cy="444507"/>
          </a:xfrm>
        </p:spPr>
        <p:txBody>
          <a:bodyPr/>
          <a:lstStyle>
            <a:lvl1pPr marL="0" indent="0">
              <a:buNone/>
              <a:defRPr b="1">
                <a:solidFill>
                  <a:schemeClr val="tx2"/>
                </a:solidFill>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B6CE90EA-17CC-1BE8-C18A-10A5E4DA72CE}"/>
              </a:ext>
            </a:extLst>
          </p:cNvPr>
          <p:cNvSpPr>
            <a:spLocks noGrp="1"/>
          </p:cNvSpPr>
          <p:nvPr>
            <p:ph type="pic" sz="quarter" idx="12" hasCustomPrompt="1"/>
          </p:nvPr>
        </p:nvSpPr>
        <p:spPr>
          <a:xfrm>
            <a:off x="554164" y="2038806"/>
            <a:ext cx="969962" cy="968375"/>
          </a:xfrm>
        </p:spPr>
        <p:txBody>
          <a:bodyPr anchor="ctr"/>
          <a:lstStyle>
            <a:lvl1pPr marL="0" indent="0" algn="ctr">
              <a:buNone/>
              <a:defRPr/>
            </a:lvl1pPr>
          </a:lstStyle>
          <a:p>
            <a:r>
              <a:rPr lang="en-PL" dirty="0"/>
              <a:t>Icon</a:t>
            </a:r>
          </a:p>
        </p:txBody>
      </p:sp>
      <p:sp>
        <p:nvSpPr>
          <p:cNvPr id="7" name="Text Placeholder 6">
            <a:extLst>
              <a:ext uri="{FF2B5EF4-FFF2-40B4-BE49-F238E27FC236}">
                <a16:creationId xmlns:a16="http://schemas.microsoft.com/office/drawing/2014/main" id="{E0A414AA-9283-8D61-A1CA-63514B97674A}"/>
              </a:ext>
            </a:extLst>
          </p:cNvPr>
          <p:cNvSpPr>
            <a:spLocks noGrp="1"/>
          </p:cNvSpPr>
          <p:nvPr>
            <p:ph idx="13"/>
          </p:nvPr>
        </p:nvSpPr>
        <p:spPr>
          <a:xfrm>
            <a:off x="9161719" y="3880635"/>
            <a:ext cx="2479418" cy="242808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9" name="Text Placeholder 7">
            <a:extLst>
              <a:ext uri="{FF2B5EF4-FFF2-40B4-BE49-F238E27FC236}">
                <a16:creationId xmlns:a16="http://schemas.microsoft.com/office/drawing/2014/main" id="{30341295-578E-2495-BE17-ED58E52BD051}"/>
              </a:ext>
            </a:extLst>
          </p:cNvPr>
          <p:cNvSpPr>
            <a:spLocks noGrp="1"/>
          </p:cNvSpPr>
          <p:nvPr>
            <p:ph type="body" sz="quarter" idx="14"/>
          </p:nvPr>
        </p:nvSpPr>
        <p:spPr>
          <a:xfrm>
            <a:off x="9161719" y="3251322"/>
            <a:ext cx="2479418" cy="444507"/>
          </a:xfrm>
        </p:spPr>
        <p:txBody>
          <a:bodyPr/>
          <a:lstStyle>
            <a:lvl1pPr marL="0" indent="0">
              <a:buNone/>
              <a:defRPr b="1">
                <a:solidFill>
                  <a:schemeClr val="tx2"/>
                </a:solidFill>
              </a:defRPr>
            </a:lvl1pPr>
          </a:lstStyle>
          <a:p>
            <a:pPr lvl="0"/>
            <a:r>
              <a:rPr lang="en-US"/>
              <a:t>Click to edit Master text styles</a:t>
            </a:r>
          </a:p>
        </p:txBody>
      </p:sp>
      <p:sp>
        <p:nvSpPr>
          <p:cNvPr id="11" name="Picture Placeholder 9">
            <a:extLst>
              <a:ext uri="{FF2B5EF4-FFF2-40B4-BE49-F238E27FC236}">
                <a16:creationId xmlns:a16="http://schemas.microsoft.com/office/drawing/2014/main" id="{DFC18901-31E1-68C4-8FD1-EEBA01BCCE75}"/>
              </a:ext>
            </a:extLst>
          </p:cNvPr>
          <p:cNvSpPr>
            <a:spLocks noGrp="1"/>
          </p:cNvSpPr>
          <p:nvPr>
            <p:ph type="pic" sz="quarter" idx="15" hasCustomPrompt="1"/>
          </p:nvPr>
        </p:nvSpPr>
        <p:spPr>
          <a:xfrm>
            <a:off x="9161720" y="2037528"/>
            <a:ext cx="969962" cy="968375"/>
          </a:xfrm>
        </p:spPr>
        <p:txBody>
          <a:bodyPr anchor="ctr"/>
          <a:lstStyle>
            <a:lvl1pPr marL="0" indent="0" algn="ctr">
              <a:buNone/>
              <a:defRPr/>
            </a:lvl1pPr>
          </a:lstStyle>
          <a:p>
            <a:r>
              <a:rPr lang="en-PL" dirty="0"/>
              <a:t>Icon</a:t>
            </a:r>
          </a:p>
        </p:txBody>
      </p:sp>
      <p:sp>
        <p:nvSpPr>
          <p:cNvPr id="12" name="Text Placeholder 6">
            <a:extLst>
              <a:ext uri="{FF2B5EF4-FFF2-40B4-BE49-F238E27FC236}">
                <a16:creationId xmlns:a16="http://schemas.microsoft.com/office/drawing/2014/main" id="{4C7C58ED-5700-2A0E-B164-2C2FD51225C6}"/>
              </a:ext>
            </a:extLst>
          </p:cNvPr>
          <p:cNvSpPr>
            <a:spLocks noGrp="1"/>
          </p:cNvSpPr>
          <p:nvPr>
            <p:ph idx="16"/>
          </p:nvPr>
        </p:nvSpPr>
        <p:spPr>
          <a:xfrm>
            <a:off x="3421148" y="3883006"/>
            <a:ext cx="2479418" cy="2425895"/>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3" name="Text Placeholder 7">
            <a:extLst>
              <a:ext uri="{FF2B5EF4-FFF2-40B4-BE49-F238E27FC236}">
                <a16:creationId xmlns:a16="http://schemas.microsoft.com/office/drawing/2014/main" id="{CC8F57A7-616A-0877-A95F-697CDF8044EC}"/>
              </a:ext>
            </a:extLst>
          </p:cNvPr>
          <p:cNvSpPr>
            <a:spLocks noGrp="1"/>
          </p:cNvSpPr>
          <p:nvPr>
            <p:ph type="body" sz="quarter" idx="17"/>
          </p:nvPr>
        </p:nvSpPr>
        <p:spPr>
          <a:xfrm>
            <a:off x="3421148" y="3253693"/>
            <a:ext cx="2479418" cy="444507"/>
          </a:xfrm>
        </p:spPr>
        <p:txBody>
          <a:bodyPr/>
          <a:lstStyle>
            <a:lvl1pPr marL="0" indent="0">
              <a:buNone/>
              <a:defRPr b="1">
                <a:solidFill>
                  <a:schemeClr val="tx2"/>
                </a:solidFill>
              </a:defRPr>
            </a:lvl1pPr>
          </a:lstStyle>
          <a:p>
            <a:pPr lvl="0"/>
            <a:r>
              <a:rPr lang="en-US"/>
              <a:t>Click to edit Master text styles</a:t>
            </a:r>
          </a:p>
        </p:txBody>
      </p:sp>
      <p:sp>
        <p:nvSpPr>
          <p:cNvPr id="14" name="Picture Placeholder 9">
            <a:extLst>
              <a:ext uri="{FF2B5EF4-FFF2-40B4-BE49-F238E27FC236}">
                <a16:creationId xmlns:a16="http://schemas.microsoft.com/office/drawing/2014/main" id="{6C89A7D9-92F6-0FCA-1B2E-B673F5F70BC6}"/>
              </a:ext>
            </a:extLst>
          </p:cNvPr>
          <p:cNvSpPr>
            <a:spLocks noGrp="1"/>
          </p:cNvSpPr>
          <p:nvPr>
            <p:ph type="pic" sz="quarter" idx="18" hasCustomPrompt="1"/>
          </p:nvPr>
        </p:nvSpPr>
        <p:spPr>
          <a:xfrm>
            <a:off x="3421149" y="2039899"/>
            <a:ext cx="969962" cy="968375"/>
          </a:xfrm>
        </p:spPr>
        <p:txBody>
          <a:bodyPr anchor="ctr"/>
          <a:lstStyle>
            <a:lvl1pPr marL="0" indent="0" algn="ctr">
              <a:buNone/>
              <a:defRPr/>
            </a:lvl1pPr>
          </a:lstStyle>
          <a:p>
            <a:r>
              <a:rPr lang="en-PL" dirty="0"/>
              <a:t>Icon</a:t>
            </a:r>
          </a:p>
        </p:txBody>
      </p:sp>
      <p:sp>
        <p:nvSpPr>
          <p:cNvPr id="15" name="Text Placeholder 6">
            <a:extLst>
              <a:ext uri="{FF2B5EF4-FFF2-40B4-BE49-F238E27FC236}">
                <a16:creationId xmlns:a16="http://schemas.microsoft.com/office/drawing/2014/main" id="{2F49B1DC-1B91-85AC-AF4C-216C37D8409C}"/>
              </a:ext>
            </a:extLst>
          </p:cNvPr>
          <p:cNvSpPr>
            <a:spLocks noGrp="1"/>
          </p:cNvSpPr>
          <p:nvPr>
            <p:ph idx="19"/>
          </p:nvPr>
        </p:nvSpPr>
        <p:spPr>
          <a:xfrm>
            <a:off x="6291434" y="3880635"/>
            <a:ext cx="2479418" cy="242808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6" name="Text Placeholder 7">
            <a:extLst>
              <a:ext uri="{FF2B5EF4-FFF2-40B4-BE49-F238E27FC236}">
                <a16:creationId xmlns:a16="http://schemas.microsoft.com/office/drawing/2014/main" id="{802C5C76-FF85-8B08-708C-942AB726AE71}"/>
              </a:ext>
            </a:extLst>
          </p:cNvPr>
          <p:cNvSpPr>
            <a:spLocks noGrp="1"/>
          </p:cNvSpPr>
          <p:nvPr>
            <p:ph type="body" sz="quarter" idx="20"/>
          </p:nvPr>
        </p:nvSpPr>
        <p:spPr>
          <a:xfrm>
            <a:off x="6291434" y="3251322"/>
            <a:ext cx="2479418" cy="444507"/>
          </a:xfrm>
        </p:spPr>
        <p:txBody>
          <a:bodyPr/>
          <a:lstStyle>
            <a:lvl1pPr marL="0" indent="0">
              <a:buNone/>
              <a:defRPr b="1">
                <a:solidFill>
                  <a:schemeClr val="tx2"/>
                </a:solidFill>
              </a:defRPr>
            </a:lvl1pPr>
          </a:lstStyle>
          <a:p>
            <a:pPr lvl="0"/>
            <a:r>
              <a:rPr lang="en-US"/>
              <a:t>Click to edit Master text styles</a:t>
            </a:r>
          </a:p>
        </p:txBody>
      </p:sp>
      <p:sp>
        <p:nvSpPr>
          <p:cNvPr id="17" name="Picture Placeholder 9">
            <a:extLst>
              <a:ext uri="{FF2B5EF4-FFF2-40B4-BE49-F238E27FC236}">
                <a16:creationId xmlns:a16="http://schemas.microsoft.com/office/drawing/2014/main" id="{E6BAA978-8D38-FD4D-A0AE-6D287281FAE1}"/>
              </a:ext>
            </a:extLst>
          </p:cNvPr>
          <p:cNvSpPr>
            <a:spLocks noGrp="1"/>
          </p:cNvSpPr>
          <p:nvPr>
            <p:ph type="pic" sz="quarter" idx="21" hasCustomPrompt="1"/>
          </p:nvPr>
        </p:nvSpPr>
        <p:spPr>
          <a:xfrm>
            <a:off x="6291435" y="2037528"/>
            <a:ext cx="969962" cy="968375"/>
          </a:xfrm>
        </p:spPr>
        <p:txBody>
          <a:bodyPr anchor="ctr"/>
          <a:lstStyle>
            <a:lvl1pPr marL="0" indent="0" algn="ctr">
              <a:buNone/>
              <a:defRPr/>
            </a:lvl1pPr>
          </a:lstStyle>
          <a:p>
            <a:r>
              <a:rPr lang="en-PL" dirty="0"/>
              <a:t>Icon</a:t>
            </a:r>
          </a:p>
        </p:txBody>
      </p:sp>
      <p:sp>
        <p:nvSpPr>
          <p:cNvPr id="18" name="Rectangle 6">
            <a:extLst>
              <a:ext uri="{FF2B5EF4-FFF2-40B4-BE49-F238E27FC236}">
                <a16:creationId xmlns:a16="http://schemas.microsoft.com/office/drawing/2014/main" id="{EFCBC783-7DFD-891C-C22B-19ACB429CF40}"/>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20116335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_4 Columns_Horizontal">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165" y="549098"/>
            <a:ext cx="11086974"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1762973" y="3075025"/>
            <a:ext cx="4169994" cy="102913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1762973" y="2562674"/>
            <a:ext cx="4169994" cy="444507"/>
          </a:xfrm>
        </p:spPr>
        <p:txBody>
          <a:bodyPr/>
          <a:lstStyle>
            <a:lvl1pPr marL="0" indent="0">
              <a:buNone/>
              <a:defRPr b="1">
                <a:solidFill>
                  <a:schemeClr val="tx2"/>
                </a:solidFill>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B6CE90EA-17CC-1BE8-C18A-10A5E4DA72CE}"/>
              </a:ext>
            </a:extLst>
          </p:cNvPr>
          <p:cNvSpPr>
            <a:spLocks noGrp="1"/>
          </p:cNvSpPr>
          <p:nvPr>
            <p:ph type="pic" sz="quarter" idx="12" hasCustomPrompt="1"/>
          </p:nvPr>
        </p:nvSpPr>
        <p:spPr>
          <a:xfrm>
            <a:off x="554877" y="2038806"/>
            <a:ext cx="969962" cy="968375"/>
          </a:xfrm>
        </p:spPr>
        <p:txBody>
          <a:bodyPr anchor="ctr"/>
          <a:lstStyle>
            <a:lvl1pPr marL="0" indent="0" algn="ctr">
              <a:buNone/>
              <a:defRPr/>
            </a:lvl1pPr>
          </a:lstStyle>
          <a:p>
            <a:r>
              <a:rPr lang="en-PL" dirty="0"/>
              <a:t>Icon</a:t>
            </a:r>
          </a:p>
        </p:txBody>
      </p:sp>
      <p:sp>
        <p:nvSpPr>
          <p:cNvPr id="18" name="Text Placeholder 6">
            <a:extLst>
              <a:ext uri="{FF2B5EF4-FFF2-40B4-BE49-F238E27FC236}">
                <a16:creationId xmlns:a16="http://schemas.microsoft.com/office/drawing/2014/main" id="{C39A1A95-B810-1F4D-6914-2103EFDC1521}"/>
              </a:ext>
            </a:extLst>
          </p:cNvPr>
          <p:cNvSpPr>
            <a:spLocks noGrp="1"/>
          </p:cNvSpPr>
          <p:nvPr>
            <p:ph idx="13"/>
          </p:nvPr>
        </p:nvSpPr>
        <p:spPr>
          <a:xfrm>
            <a:off x="7470206" y="3075025"/>
            <a:ext cx="4169994" cy="102913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0" name="Text Placeholder 7">
            <a:extLst>
              <a:ext uri="{FF2B5EF4-FFF2-40B4-BE49-F238E27FC236}">
                <a16:creationId xmlns:a16="http://schemas.microsoft.com/office/drawing/2014/main" id="{9D87E0A3-9059-7636-85FF-92E6E36DE71B}"/>
              </a:ext>
            </a:extLst>
          </p:cNvPr>
          <p:cNvSpPr>
            <a:spLocks noGrp="1"/>
          </p:cNvSpPr>
          <p:nvPr>
            <p:ph type="body" sz="quarter" idx="14"/>
          </p:nvPr>
        </p:nvSpPr>
        <p:spPr>
          <a:xfrm>
            <a:off x="7470206" y="2562674"/>
            <a:ext cx="4169994" cy="444507"/>
          </a:xfrm>
        </p:spPr>
        <p:txBody>
          <a:bodyPr/>
          <a:lstStyle>
            <a:lvl1pPr marL="0" indent="0">
              <a:buNone/>
              <a:defRPr b="1">
                <a:solidFill>
                  <a:schemeClr val="tx2"/>
                </a:solidFill>
              </a:defRPr>
            </a:lvl1pPr>
          </a:lstStyle>
          <a:p>
            <a:pPr lvl="0"/>
            <a:r>
              <a:rPr lang="en-US"/>
              <a:t>Click to edit Master text styles</a:t>
            </a:r>
          </a:p>
        </p:txBody>
      </p:sp>
      <p:sp>
        <p:nvSpPr>
          <p:cNvPr id="21" name="Picture Placeholder 9">
            <a:extLst>
              <a:ext uri="{FF2B5EF4-FFF2-40B4-BE49-F238E27FC236}">
                <a16:creationId xmlns:a16="http://schemas.microsoft.com/office/drawing/2014/main" id="{39F59F56-4B57-CC91-9286-E42C148DEBD0}"/>
              </a:ext>
            </a:extLst>
          </p:cNvPr>
          <p:cNvSpPr>
            <a:spLocks noGrp="1"/>
          </p:cNvSpPr>
          <p:nvPr>
            <p:ph type="pic" sz="quarter" idx="15" hasCustomPrompt="1"/>
          </p:nvPr>
        </p:nvSpPr>
        <p:spPr>
          <a:xfrm>
            <a:off x="6259033" y="2038806"/>
            <a:ext cx="969962" cy="968375"/>
          </a:xfrm>
        </p:spPr>
        <p:txBody>
          <a:bodyPr anchor="ctr"/>
          <a:lstStyle>
            <a:lvl1pPr marL="0" indent="0" algn="ctr">
              <a:buNone/>
              <a:defRPr/>
            </a:lvl1pPr>
          </a:lstStyle>
          <a:p>
            <a:r>
              <a:rPr lang="en-PL" dirty="0"/>
              <a:t>Icon</a:t>
            </a:r>
          </a:p>
        </p:txBody>
      </p:sp>
      <p:sp>
        <p:nvSpPr>
          <p:cNvPr id="22" name="Text Placeholder 6">
            <a:extLst>
              <a:ext uri="{FF2B5EF4-FFF2-40B4-BE49-F238E27FC236}">
                <a16:creationId xmlns:a16="http://schemas.microsoft.com/office/drawing/2014/main" id="{CB046625-59B2-2C15-CD97-AF951ED78D8B}"/>
              </a:ext>
            </a:extLst>
          </p:cNvPr>
          <p:cNvSpPr>
            <a:spLocks noGrp="1"/>
          </p:cNvSpPr>
          <p:nvPr>
            <p:ph idx="16"/>
          </p:nvPr>
        </p:nvSpPr>
        <p:spPr>
          <a:xfrm>
            <a:off x="1751196" y="5279587"/>
            <a:ext cx="4169994" cy="102913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3" name="Text Placeholder 7">
            <a:extLst>
              <a:ext uri="{FF2B5EF4-FFF2-40B4-BE49-F238E27FC236}">
                <a16:creationId xmlns:a16="http://schemas.microsoft.com/office/drawing/2014/main" id="{AF9FA328-7538-92B0-728F-691A0926E7A5}"/>
              </a:ext>
            </a:extLst>
          </p:cNvPr>
          <p:cNvSpPr>
            <a:spLocks noGrp="1"/>
          </p:cNvSpPr>
          <p:nvPr>
            <p:ph type="body" sz="quarter" idx="17"/>
          </p:nvPr>
        </p:nvSpPr>
        <p:spPr>
          <a:xfrm>
            <a:off x="1751196" y="4767236"/>
            <a:ext cx="4169994" cy="444507"/>
          </a:xfrm>
        </p:spPr>
        <p:txBody>
          <a:bodyPr/>
          <a:lstStyle>
            <a:lvl1pPr marL="0" indent="0">
              <a:buNone/>
              <a:defRPr b="1">
                <a:solidFill>
                  <a:schemeClr val="tx2"/>
                </a:solidFill>
              </a:defRPr>
            </a:lvl1pPr>
          </a:lstStyle>
          <a:p>
            <a:pPr lvl="0"/>
            <a:r>
              <a:rPr lang="en-US"/>
              <a:t>Click to edit Master text styles</a:t>
            </a:r>
          </a:p>
        </p:txBody>
      </p:sp>
      <p:sp>
        <p:nvSpPr>
          <p:cNvPr id="24" name="Picture Placeholder 9">
            <a:extLst>
              <a:ext uri="{FF2B5EF4-FFF2-40B4-BE49-F238E27FC236}">
                <a16:creationId xmlns:a16="http://schemas.microsoft.com/office/drawing/2014/main" id="{82FB5ED6-9A3F-B5A8-B624-042CC9B0119D}"/>
              </a:ext>
            </a:extLst>
          </p:cNvPr>
          <p:cNvSpPr>
            <a:spLocks noGrp="1"/>
          </p:cNvSpPr>
          <p:nvPr>
            <p:ph type="pic" sz="quarter" idx="18" hasCustomPrompt="1"/>
          </p:nvPr>
        </p:nvSpPr>
        <p:spPr>
          <a:xfrm>
            <a:off x="554877" y="4243368"/>
            <a:ext cx="969962" cy="968375"/>
          </a:xfrm>
        </p:spPr>
        <p:txBody>
          <a:bodyPr anchor="ctr"/>
          <a:lstStyle>
            <a:lvl1pPr marL="0" indent="0" algn="ctr">
              <a:buNone/>
              <a:defRPr/>
            </a:lvl1pPr>
          </a:lstStyle>
          <a:p>
            <a:r>
              <a:rPr lang="en-PL" dirty="0"/>
              <a:t>Icon</a:t>
            </a:r>
          </a:p>
        </p:txBody>
      </p:sp>
      <p:sp>
        <p:nvSpPr>
          <p:cNvPr id="25" name="Text Placeholder 6">
            <a:extLst>
              <a:ext uri="{FF2B5EF4-FFF2-40B4-BE49-F238E27FC236}">
                <a16:creationId xmlns:a16="http://schemas.microsoft.com/office/drawing/2014/main" id="{B03CB461-8560-9B20-7934-9714D934C9DE}"/>
              </a:ext>
            </a:extLst>
          </p:cNvPr>
          <p:cNvSpPr>
            <a:spLocks noGrp="1"/>
          </p:cNvSpPr>
          <p:nvPr>
            <p:ph idx="19"/>
          </p:nvPr>
        </p:nvSpPr>
        <p:spPr>
          <a:xfrm>
            <a:off x="7470206" y="5279587"/>
            <a:ext cx="4169994" cy="102913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6" name="Text Placeholder 7">
            <a:extLst>
              <a:ext uri="{FF2B5EF4-FFF2-40B4-BE49-F238E27FC236}">
                <a16:creationId xmlns:a16="http://schemas.microsoft.com/office/drawing/2014/main" id="{87DE8F08-72E4-4788-507D-7C784566D59A}"/>
              </a:ext>
            </a:extLst>
          </p:cNvPr>
          <p:cNvSpPr>
            <a:spLocks noGrp="1"/>
          </p:cNvSpPr>
          <p:nvPr>
            <p:ph type="body" sz="quarter" idx="20"/>
          </p:nvPr>
        </p:nvSpPr>
        <p:spPr>
          <a:xfrm>
            <a:off x="7470206" y="4767236"/>
            <a:ext cx="4169994" cy="444507"/>
          </a:xfrm>
        </p:spPr>
        <p:txBody>
          <a:bodyPr/>
          <a:lstStyle>
            <a:lvl1pPr marL="0" indent="0">
              <a:buNone/>
              <a:defRPr b="1">
                <a:solidFill>
                  <a:schemeClr val="tx2"/>
                </a:solidFill>
              </a:defRPr>
            </a:lvl1pPr>
          </a:lstStyle>
          <a:p>
            <a:pPr lvl="0"/>
            <a:r>
              <a:rPr lang="en-US"/>
              <a:t>Click to edit Master text styles</a:t>
            </a:r>
          </a:p>
        </p:txBody>
      </p:sp>
      <p:sp>
        <p:nvSpPr>
          <p:cNvPr id="27" name="Picture Placeholder 9">
            <a:extLst>
              <a:ext uri="{FF2B5EF4-FFF2-40B4-BE49-F238E27FC236}">
                <a16:creationId xmlns:a16="http://schemas.microsoft.com/office/drawing/2014/main" id="{BBDB54C5-D56D-48C5-8D32-36C2D95E990C}"/>
              </a:ext>
            </a:extLst>
          </p:cNvPr>
          <p:cNvSpPr>
            <a:spLocks noGrp="1"/>
          </p:cNvSpPr>
          <p:nvPr>
            <p:ph type="pic" sz="quarter" idx="21" hasCustomPrompt="1"/>
          </p:nvPr>
        </p:nvSpPr>
        <p:spPr>
          <a:xfrm>
            <a:off x="6259033" y="4243368"/>
            <a:ext cx="969962" cy="968375"/>
          </a:xfrm>
        </p:spPr>
        <p:txBody>
          <a:bodyPr anchor="ctr"/>
          <a:lstStyle>
            <a:lvl1pPr marL="0" indent="0" algn="ctr">
              <a:buNone/>
              <a:defRPr/>
            </a:lvl1pPr>
          </a:lstStyle>
          <a:p>
            <a:r>
              <a:rPr lang="en-PL" dirty="0"/>
              <a:t>Icon</a:t>
            </a:r>
          </a:p>
        </p:txBody>
      </p:sp>
      <p:sp>
        <p:nvSpPr>
          <p:cNvPr id="7" name="Rectangle 6">
            <a:extLst>
              <a:ext uri="{FF2B5EF4-FFF2-40B4-BE49-F238E27FC236}">
                <a16:creationId xmlns:a16="http://schemas.microsoft.com/office/drawing/2014/main" id="{FF6D5ACD-7B4A-5E9E-1941-F2C920E57DA6}"/>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12456014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_2 Columns_Photo">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165" y="549098"/>
            <a:ext cx="11086974"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163" y="4859865"/>
            <a:ext cx="5349876" cy="1449037"/>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554163" y="4230552"/>
            <a:ext cx="5349876" cy="444507"/>
          </a:xfrm>
        </p:spPr>
        <p:txBody>
          <a:bodyPr/>
          <a:lstStyle>
            <a:lvl1pPr marL="0" indent="0">
              <a:buNone/>
              <a:defRPr b="1">
                <a:solidFill>
                  <a:schemeClr val="tx2"/>
                </a:solidFill>
              </a:defRPr>
            </a:lvl1pPr>
          </a:lstStyle>
          <a:p>
            <a:pPr lvl="0"/>
            <a:r>
              <a:rPr lang="en-US"/>
              <a:t>Click to edit Master text styles</a:t>
            </a:r>
          </a:p>
        </p:txBody>
      </p:sp>
      <p:sp>
        <p:nvSpPr>
          <p:cNvPr id="11" name="Text Placeholder 6">
            <a:extLst>
              <a:ext uri="{FF2B5EF4-FFF2-40B4-BE49-F238E27FC236}">
                <a16:creationId xmlns:a16="http://schemas.microsoft.com/office/drawing/2014/main" id="{9EF02D6E-E8B2-4CB8-A223-00262EE2A4C3}"/>
              </a:ext>
            </a:extLst>
          </p:cNvPr>
          <p:cNvSpPr>
            <a:spLocks noGrp="1"/>
          </p:cNvSpPr>
          <p:nvPr>
            <p:ph idx="13"/>
          </p:nvPr>
        </p:nvSpPr>
        <p:spPr>
          <a:xfrm>
            <a:off x="6291261" y="4859865"/>
            <a:ext cx="5349876" cy="1449037"/>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2" name="Text Placeholder 7">
            <a:extLst>
              <a:ext uri="{FF2B5EF4-FFF2-40B4-BE49-F238E27FC236}">
                <a16:creationId xmlns:a16="http://schemas.microsoft.com/office/drawing/2014/main" id="{15DB5DD6-596D-DC7B-3A2D-A53F70C97208}"/>
              </a:ext>
            </a:extLst>
          </p:cNvPr>
          <p:cNvSpPr>
            <a:spLocks noGrp="1"/>
          </p:cNvSpPr>
          <p:nvPr>
            <p:ph type="body" sz="quarter" idx="14"/>
          </p:nvPr>
        </p:nvSpPr>
        <p:spPr>
          <a:xfrm>
            <a:off x="6291261" y="4230552"/>
            <a:ext cx="5349876" cy="444507"/>
          </a:xfrm>
        </p:spPr>
        <p:txBody>
          <a:bodyPr/>
          <a:lstStyle>
            <a:lvl1pPr marL="0" indent="0">
              <a:buNone/>
              <a:defRPr b="1">
                <a:solidFill>
                  <a:schemeClr val="tx2"/>
                </a:solidFill>
              </a:defRPr>
            </a:lvl1pPr>
          </a:lstStyle>
          <a:p>
            <a:pPr lvl="0"/>
            <a:r>
              <a:rPr lang="en-US"/>
              <a:t>Click to edit Master text styles</a:t>
            </a:r>
          </a:p>
        </p:txBody>
      </p:sp>
      <p:sp>
        <p:nvSpPr>
          <p:cNvPr id="18" name="Picture Placeholder 17">
            <a:extLst>
              <a:ext uri="{FF2B5EF4-FFF2-40B4-BE49-F238E27FC236}">
                <a16:creationId xmlns:a16="http://schemas.microsoft.com/office/drawing/2014/main" id="{646C5585-BFB2-5295-8DA7-CC59F7C8776D}"/>
              </a:ext>
            </a:extLst>
          </p:cNvPr>
          <p:cNvSpPr>
            <a:spLocks noGrp="1"/>
          </p:cNvSpPr>
          <p:nvPr>
            <p:ph type="pic" sz="quarter" idx="15"/>
          </p:nvPr>
        </p:nvSpPr>
        <p:spPr>
          <a:xfrm>
            <a:off x="554165" y="1892595"/>
            <a:ext cx="5349875" cy="2088274"/>
          </a:xfrm>
          <a:custGeom>
            <a:avLst/>
            <a:gdLst>
              <a:gd name="connsiteX0" fmla="*/ 60978 w 5349875"/>
              <a:gd name="connsiteY0" fmla="*/ 0 h 2088274"/>
              <a:gd name="connsiteX1" fmla="*/ 5288897 w 5349875"/>
              <a:gd name="connsiteY1" fmla="*/ 0 h 2088274"/>
              <a:gd name="connsiteX2" fmla="*/ 5349875 w 5349875"/>
              <a:gd name="connsiteY2" fmla="*/ 60978 h 2088274"/>
              <a:gd name="connsiteX3" fmla="*/ 5349875 w 5349875"/>
              <a:gd name="connsiteY3" fmla="*/ 2027296 h 2088274"/>
              <a:gd name="connsiteX4" fmla="*/ 5288897 w 5349875"/>
              <a:gd name="connsiteY4" fmla="*/ 2088274 h 2088274"/>
              <a:gd name="connsiteX5" fmla="*/ 60978 w 5349875"/>
              <a:gd name="connsiteY5" fmla="*/ 2088274 h 2088274"/>
              <a:gd name="connsiteX6" fmla="*/ 0 w 5349875"/>
              <a:gd name="connsiteY6" fmla="*/ 2027296 h 2088274"/>
              <a:gd name="connsiteX7" fmla="*/ 0 w 5349875"/>
              <a:gd name="connsiteY7" fmla="*/ 60978 h 2088274"/>
              <a:gd name="connsiteX8" fmla="*/ 60978 w 5349875"/>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49875" h="2088274">
                <a:moveTo>
                  <a:pt x="60978" y="0"/>
                </a:moveTo>
                <a:lnTo>
                  <a:pt x="5288897" y="0"/>
                </a:lnTo>
                <a:cubicBezTo>
                  <a:pt x="5322574" y="0"/>
                  <a:pt x="5349875" y="27301"/>
                  <a:pt x="5349875" y="60978"/>
                </a:cubicBezTo>
                <a:lnTo>
                  <a:pt x="5349875" y="2027296"/>
                </a:lnTo>
                <a:cubicBezTo>
                  <a:pt x="5349875" y="2060973"/>
                  <a:pt x="5322574" y="2088274"/>
                  <a:pt x="5288897"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20" name="Picture Placeholder 19">
            <a:extLst>
              <a:ext uri="{FF2B5EF4-FFF2-40B4-BE49-F238E27FC236}">
                <a16:creationId xmlns:a16="http://schemas.microsoft.com/office/drawing/2014/main" id="{A15BF100-B52B-AC8D-5F0F-B2AA1840EFA0}"/>
              </a:ext>
            </a:extLst>
          </p:cNvPr>
          <p:cNvSpPr>
            <a:spLocks noGrp="1"/>
          </p:cNvSpPr>
          <p:nvPr>
            <p:ph type="pic" sz="quarter" idx="16"/>
          </p:nvPr>
        </p:nvSpPr>
        <p:spPr>
          <a:xfrm>
            <a:off x="6291261" y="1892595"/>
            <a:ext cx="5349875" cy="2088274"/>
          </a:xfrm>
          <a:custGeom>
            <a:avLst/>
            <a:gdLst>
              <a:gd name="connsiteX0" fmla="*/ 60978 w 5349875"/>
              <a:gd name="connsiteY0" fmla="*/ 0 h 2088274"/>
              <a:gd name="connsiteX1" fmla="*/ 5288897 w 5349875"/>
              <a:gd name="connsiteY1" fmla="*/ 0 h 2088274"/>
              <a:gd name="connsiteX2" fmla="*/ 5349875 w 5349875"/>
              <a:gd name="connsiteY2" fmla="*/ 60978 h 2088274"/>
              <a:gd name="connsiteX3" fmla="*/ 5349875 w 5349875"/>
              <a:gd name="connsiteY3" fmla="*/ 2027296 h 2088274"/>
              <a:gd name="connsiteX4" fmla="*/ 5288897 w 5349875"/>
              <a:gd name="connsiteY4" fmla="*/ 2088274 h 2088274"/>
              <a:gd name="connsiteX5" fmla="*/ 60978 w 5349875"/>
              <a:gd name="connsiteY5" fmla="*/ 2088274 h 2088274"/>
              <a:gd name="connsiteX6" fmla="*/ 0 w 5349875"/>
              <a:gd name="connsiteY6" fmla="*/ 2027296 h 2088274"/>
              <a:gd name="connsiteX7" fmla="*/ 0 w 5349875"/>
              <a:gd name="connsiteY7" fmla="*/ 60978 h 2088274"/>
              <a:gd name="connsiteX8" fmla="*/ 60978 w 5349875"/>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49875" h="2088274">
                <a:moveTo>
                  <a:pt x="60978" y="0"/>
                </a:moveTo>
                <a:lnTo>
                  <a:pt x="5288897" y="0"/>
                </a:lnTo>
                <a:cubicBezTo>
                  <a:pt x="5322574" y="0"/>
                  <a:pt x="5349875" y="27301"/>
                  <a:pt x="5349875" y="60978"/>
                </a:cubicBezTo>
                <a:lnTo>
                  <a:pt x="5349875" y="2027296"/>
                </a:lnTo>
                <a:cubicBezTo>
                  <a:pt x="5349875" y="2060973"/>
                  <a:pt x="5322574" y="2088274"/>
                  <a:pt x="5288897"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7" name="Rectangle 6">
            <a:extLst>
              <a:ext uri="{FF2B5EF4-FFF2-40B4-BE49-F238E27FC236}">
                <a16:creationId xmlns:a16="http://schemas.microsoft.com/office/drawing/2014/main" id="{813B98D7-E358-C9AC-31B4-6F5F0530F15F}"/>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16295483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_3 Columns_Photo">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164" y="549098"/>
            <a:ext cx="11090275"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14" name="Picture Placeholder 13">
            <a:extLst>
              <a:ext uri="{FF2B5EF4-FFF2-40B4-BE49-F238E27FC236}">
                <a16:creationId xmlns:a16="http://schemas.microsoft.com/office/drawing/2014/main" id="{C4B63A24-445D-FCB7-15FF-C986A81041FF}"/>
              </a:ext>
            </a:extLst>
          </p:cNvPr>
          <p:cNvSpPr>
            <a:spLocks noGrp="1"/>
          </p:cNvSpPr>
          <p:nvPr>
            <p:ph type="pic" sz="quarter" idx="19"/>
          </p:nvPr>
        </p:nvSpPr>
        <p:spPr>
          <a:xfrm>
            <a:off x="554167" y="1904539"/>
            <a:ext cx="3468241" cy="2088274"/>
          </a:xfrm>
          <a:custGeom>
            <a:avLst/>
            <a:gdLst>
              <a:gd name="connsiteX0" fmla="*/ 60978 w 3468241"/>
              <a:gd name="connsiteY0" fmla="*/ 0 h 2088274"/>
              <a:gd name="connsiteX1" fmla="*/ 3407263 w 3468241"/>
              <a:gd name="connsiteY1" fmla="*/ 0 h 2088274"/>
              <a:gd name="connsiteX2" fmla="*/ 3468241 w 3468241"/>
              <a:gd name="connsiteY2" fmla="*/ 60978 h 2088274"/>
              <a:gd name="connsiteX3" fmla="*/ 3468241 w 3468241"/>
              <a:gd name="connsiteY3" fmla="*/ 2027296 h 2088274"/>
              <a:gd name="connsiteX4" fmla="*/ 3407263 w 3468241"/>
              <a:gd name="connsiteY4" fmla="*/ 2088274 h 2088274"/>
              <a:gd name="connsiteX5" fmla="*/ 60978 w 3468241"/>
              <a:gd name="connsiteY5" fmla="*/ 2088274 h 2088274"/>
              <a:gd name="connsiteX6" fmla="*/ 0 w 3468241"/>
              <a:gd name="connsiteY6" fmla="*/ 2027296 h 2088274"/>
              <a:gd name="connsiteX7" fmla="*/ 0 w 3468241"/>
              <a:gd name="connsiteY7" fmla="*/ 60978 h 2088274"/>
              <a:gd name="connsiteX8" fmla="*/ 60978 w 3468241"/>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8241" h="2088274">
                <a:moveTo>
                  <a:pt x="60978" y="0"/>
                </a:moveTo>
                <a:lnTo>
                  <a:pt x="3407263" y="0"/>
                </a:lnTo>
                <a:cubicBezTo>
                  <a:pt x="3440940" y="0"/>
                  <a:pt x="3468241" y="27301"/>
                  <a:pt x="3468241" y="60978"/>
                </a:cubicBezTo>
                <a:lnTo>
                  <a:pt x="3468241" y="2027296"/>
                </a:lnTo>
                <a:cubicBezTo>
                  <a:pt x="3468241" y="2060973"/>
                  <a:pt x="3440940" y="2088274"/>
                  <a:pt x="3407263"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4" name="Text Placeholder 6">
            <a:extLst>
              <a:ext uri="{FF2B5EF4-FFF2-40B4-BE49-F238E27FC236}">
                <a16:creationId xmlns:a16="http://schemas.microsoft.com/office/drawing/2014/main" id="{151D2AC7-BB8D-E36B-EF33-A57E03B9B4F0}"/>
              </a:ext>
            </a:extLst>
          </p:cNvPr>
          <p:cNvSpPr>
            <a:spLocks noGrp="1"/>
          </p:cNvSpPr>
          <p:nvPr>
            <p:ph idx="1"/>
          </p:nvPr>
        </p:nvSpPr>
        <p:spPr>
          <a:xfrm>
            <a:off x="554162" y="4851129"/>
            <a:ext cx="3468245" cy="1457596"/>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8" name="Text Placeholder 7">
            <a:extLst>
              <a:ext uri="{FF2B5EF4-FFF2-40B4-BE49-F238E27FC236}">
                <a16:creationId xmlns:a16="http://schemas.microsoft.com/office/drawing/2014/main" id="{F6E9F23E-DC2B-A56B-B5FA-839AF3E2CA96}"/>
              </a:ext>
            </a:extLst>
          </p:cNvPr>
          <p:cNvSpPr>
            <a:spLocks noGrp="1"/>
          </p:cNvSpPr>
          <p:nvPr>
            <p:ph type="body" sz="quarter" idx="11"/>
          </p:nvPr>
        </p:nvSpPr>
        <p:spPr>
          <a:xfrm>
            <a:off x="554162" y="4221815"/>
            <a:ext cx="3468245" cy="444507"/>
          </a:xfrm>
        </p:spPr>
        <p:txBody>
          <a:bodyPr/>
          <a:lstStyle>
            <a:lvl1pPr marL="0" indent="0">
              <a:buNone/>
              <a:defRPr b="1">
                <a:solidFill>
                  <a:schemeClr val="tx2"/>
                </a:solidFill>
              </a:defRPr>
            </a:lvl1pPr>
          </a:lstStyle>
          <a:p>
            <a:pPr lvl="0"/>
            <a:r>
              <a:rPr lang="en-US"/>
              <a:t>Click to edit Master text styles</a:t>
            </a:r>
          </a:p>
        </p:txBody>
      </p:sp>
      <p:sp>
        <p:nvSpPr>
          <p:cNvPr id="10" name="Picture Placeholder 13">
            <a:extLst>
              <a:ext uri="{FF2B5EF4-FFF2-40B4-BE49-F238E27FC236}">
                <a16:creationId xmlns:a16="http://schemas.microsoft.com/office/drawing/2014/main" id="{D61E2653-BB8A-C31C-AD38-3C43142FA8C3}"/>
              </a:ext>
            </a:extLst>
          </p:cNvPr>
          <p:cNvSpPr>
            <a:spLocks noGrp="1"/>
          </p:cNvSpPr>
          <p:nvPr>
            <p:ph type="pic" sz="quarter" idx="20"/>
          </p:nvPr>
        </p:nvSpPr>
        <p:spPr>
          <a:xfrm>
            <a:off x="8172900" y="1904539"/>
            <a:ext cx="3468241" cy="2088274"/>
          </a:xfrm>
          <a:custGeom>
            <a:avLst/>
            <a:gdLst>
              <a:gd name="connsiteX0" fmla="*/ 60978 w 3468241"/>
              <a:gd name="connsiteY0" fmla="*/ 0 h 2088274"/>
              <a:gd name="connsiteX1" fmla="*/ 3407263 w 3468241"/>
              <a:gd name="connsiteY1" fmla="*/ 0 h 2088274"/>
              <a:gd name="connsiteX2" fmla="*/ 3468241 w 3468241"/>
              <a:gd name="connsiteY2" fmla="*/ 60978 h 2088274"/>
              <a:gd name="connsiteX3" fmla="*/ 3468241 w 3468241"/>
              <a:gd name="connsiteY3" fmla="*/ 2027296 h 2088274"/>
              <a:gd name="connsiteX4" fmla="*/ 3407263 w 3468241"/>
              <a:gd name="connsiteY4" fmla="*/ 2088274 h 2088274"/>
              <a:gd name="connsiteX5" fmla="*/ 60978 w 3468241"/>
              <a:gd name="connsiteY5" fmla="*/ 2088274 h 2088274"/>
              <a:gd name="connsiteX6" fmla="*/ 0 w 3468241"/>
              <a:gd name="connsiteY6" fmla="*/ 2027296 h 2088274"/>
              <a:gd name="connsiteX7" fmla="*/ 0 w 3468241"/>
              <a:gd name="connsiteY7" fmla="*/ 60978 h 2088274"/>
              <a:gd name="connsiteX8" fmla="*/ 60978 w 3468241"/>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8241" h="2088274">
                <a:moveTo>
                  <a:pt x="60978" y="0"/>
                </a:moveTo>
                <a:lnTo>
                  <a:pt x="3407263" y="0"/>
                </a:lnTo>
                <a:cubicBezTo>
                  <a:pt x="3440940" y="0"/>
                  <a:pt x="3468241" y="27301"/>
                  <a:pt x="3468241" y="60978"/>
                </a:cubicBezTo>
                <a:lnTo>
                  <a:pt x="3468241" y="2027296"/>
                </a:lnTo>
                <a:cubicBezTo>
                  <a:pt x="3468241" y="2060973"/>
                  <a:pt x="3440940" y="2088274"/>
                  <a:pt x="3407263"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13" name="Text Placeholder 6">
            <a:extLst>
              <a:ext uri="{FF2B5EF4-FFF2-40B4-BE49-F238E27FC236}">
                <a16:creationId xmlns:a16="http://schemas.microsoft.com/office/drawing/2014/main" id="{BEFC013F-42AA-4361-D6D8-193E74F7A27B}"/>
              </a:ext>
            </a:extLst>
          </p:cNvPr>
          <p:cNvSpPr>
            <a:spLocks noGrp="1"/>
          </p:cNvSpPr>
          <p:nvPr>
            <p:ph idx="21"/>
          </p:nvPr>
        </p:nvSpPr>
        <p:spPr>
          <a:xfrm>
            <a:off x="8172895" y="4851129"/>
            <a:ext cx="3468245" cy="1457596"/>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5" name="Text Placeholder 7">
            <a:extLst>
              <a:ext uri="{FF2B5EF4-FFF2-40B4-BE49-F238E27FC236}">
                <a16:creationId xmlns:a16="http://schemas.microsoft.com/office/drawing/2014/main" id="{E279D1ED-4A4E-330F-B961-CDE713EF3E18}"/>
              </a:ext>
            </a:extLst>
          </p:cNvPr>
          <p:cNvSpPr>
            <a:spLocks noGrp="1"/>
          </p:cNvSpPr>
          <p:nvPr>
            <p:ph type="body" sz="quarter" idx="22"/>
          </p:nvPr>
        </p:nvSpPr>
        <p:spPr>
          <a:xfrm>
            <a:off x="8172895" y="4221815"/>
            <a:ext cx="3468245" cy="444507"/>
          </a:xfrm>
        </p:spPr>
        <p:txBody>
          <a:bodyPr/>
          <a:lstStyle>
            <a:lvl1pPr marL="0" indent="0">
              <a:buNone/>
              <a:defRPr b="1">
                <a:solidFill>
                  <a:schemeClr val="tx2"/>
                </a:solidFill>
              </a:defRPr>
            </a:lvl1pPr>
          </a:lstStyle>
          <a:p>
            <a:pPr lvl="0"/>
            <a:r>
              <a:rPr lang="en-US"/>
              <a:t>Click to edit Master text styles</a:t>
            </a:r>
          </a:p>
        </p:txBody>
      </p:sp>
      <p:sp>
        <p:nvSpPr>
          <p:cNvPr id="16" name="Picture Placeholder 13">
            <a:extLst>
              <a:ext uri="{FF2B5EF4-FFF2-40B4-BE49-F238E27FC236}">
                <a16:creationId xmlns:a16="http://schemas.microsoft.com/office/drawing/2014/main" id="{B4C06C48-CC71-79CC-E419-FFF4B0DD89E1}"/>
              </a:ext>
            </a:extLst>
          </p:cNvPr>
          <p:cNvSpPr>
            <a:spLocks noGrp="1"/>
          </p:cNvSpPr>
          <p:nvPr>
            <p:ph type="pic" sz="quarter" idx="23"/>
          </p:nvPr>
        </p:nvSpPr>
        <p:spPr>
          <a:xfrm>
            <a:off x="4361881" y="1904539"/>
            <a:ext cx="3468241" cy="2088274"/>
          </a:xfrm>
          <a:custGeom>
            <a:avLst/>
            <a:gdLst>
              <a:gd name="connsiteX0" fmla="*/ 60978 w 3468241"/>
              <a:gd name="connsiteY0" fmla="*/ 0 h 2088274"/>
              <a:gd name="connsiteX1" fmla="*/ 3407263 w 3468241"/>
              <a:gd name="connsiteY1" fmla="*/ 0 h 2088274"/>
              <a:gd name="connsiteX2" fmla="*/ 3468241 w 3468241"/>
              <a:gd name="connsiteY2" fmla="*/ 60978 h 2088274"/>
              <a:gd name="connsiteX3" fmla="*/ 3468241 w 3468241"/>
              <a:gd name="connsiteY3" fmla="*/ 2027296 h 2088274"/>
              <a:gd name="connsiteX4" fmla="*/ 3407263 w 3468241"/>
              <a:gd name="connsiteY4" fmla="*/ 2088274 h 2088274"/>
              <a:gd name="connsiteX5" fmla="*/ 60978 w 3468241"/>
              <a:gd name="connsiteY5" fmla="*/ 2088274 h 2088274"/>
              <a:gd name="connsiteX6" fmla="*/ 0 w 3468241"/>
              <a:gd name="connsiteY6" fmla="*/ 2027296 h 2088274"/>
              <a:gd name="connsiteX7" fmla="*/ 0 w 3468241"/>
              <a:gd name="connsiteY7" fmla="*/ 60978 h 2088274"/>
              <a:gd name="connsiteX8" fmla="*/ 60978 w 3468241"/>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8241" h="2088274">
                <a:moveTo>
                  <a:pt x="60978" y="0"/>
                </a:moveTo>
                <a:lnTo>
                  <a:pt x="3407263" y="0"/>
                </a:lnTo>
                <a:cubicBezTo>
                  <a:pt x="3440940" y="0"/>
                  <a:pt x="3468241" y="27301"/>
                  <a:pt x="3468241" y="60978"/>
                </a:cubicBezTo>
                <a:lnTo>
                  <a:pt x="3468241" y="2027296"/>
                </a:lnTo>
                <a:cubicBezTo>
                  <a:pt x="3468241" y="2060973"/>
                  <a:pt x="3440940" y="2088274"/>
                  <a:pt x="3407263"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17" name="Text Placeholder 6">
            <a:extLst>
              <a:ext uri="{FF2B5EF4-FFF2-40B4-BE49-F238E27FC236}">
                <a16:creationId xmlns:a16="http://schemas.microsoft.com/office/drawing/2014/main" id="{B64EF92C-E96B-4FA9-DD85-43C266CD5F49}"/>
              </a:ext>
            </a:extLst>
          </p:cNvPr>
          <p:cNvSpPr>
            <a:spLocks noGrp="1"/>
          </p:cNvSpPr>
          <p:nvPr>
            <p:ph idx="24"/>
          </p:nvPr>
        </p:nvSpPr>
        <p:spPr>
          <a:xfrm>
            <a:off x="4361878" y="4851129"/>
            <a:ext cx="3468245" cy="1457596"/>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8" name="Text Placeholder 7">
            <a:extLst>
              <a:ext uri="{FF2B5EF4-FFF2-40B4-BE49-F238E27FC236}">
                <a16:creationId xmlns:a16="http://schemas.microsoft.com/office/drawing/2014/main" id="{BD429EFF-4276-75F2-759E-AC723CCC9AD6}"/>
              </a:ext>
            </a:extLst>
          </p:cNvPr>
          <p:cNvSpPr>
            <a:spLocks noGrp="1"/>
          </p:cNvSpPr>
          <p:nvPr>
            <p:ph type="body" sz="quarter" idx="25"/>
          </p:nvPr>
        </p:nvSpPr>
        <p:spPr>
          <a:xfrm>
            <a:off x="4361876" y="4221815"/>
            <a:ext cx="3468245" cy="444507"/>
          </a:xfrm>
        </p:spPr>
        <p:txBody>
          <a:bodyPr/>
          <a:lstStyle>
            <a:lvl1pPr marL="0" indent="0">
              <a:buNone/>
              <a:defRPr b="1">
                <a:solidFill>
                  <a:schemeClr val="tx2"/>
                </a:solidFill>
              </a:defRPr>
            </a:lvl1pPr>
          </a:lstStyle>
          <a:p>
            <a:pPr lvl="0"/>
            <a:r>
              <a:rPr lang="en-US"/>
              <a:t>Click to edit Master text styles</a:t>
            </a:r>
          </a:p>
        </p:txBody>
      </p:sp>
      <p:sp>
        <p:nvSpPr>
          <p:cNvPr id="7" name="Rectangle 6">
            <a:extLst>
              <a:ext uri="{FF2B5EF4-FFF2-40B4-BE49-F238E27FC236}">
                <a16:creationId xmlns:a16="http://schemas.microsoft.com/office/drawing/2014/main" id="{8C5FA838-DB61-536E-EB14-6328D1AE0558}"/>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6437705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_4 Columns_Photo">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500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52651"/>
            <a:ext cx="11090275"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554037" y="3898955"/>
            <a:ext cx="2479418" cy="240976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554037" y="3261121"/>
            <a:ext cx="2479418" cy="444507"/>
          </a:xfrm>
        </p:spPr>
        <p:txBody>
          <a:bodyPr/>
          <a:lstStyle>
            <a:lvl1pPr marL="0" indent="0">
              <a:buNone/>
              <a:defRPr b="1">
                <a:solidFill>
                  <a:schemeClr val="tx2"/>
                </a:solidFill>
              </a:defRPr>
            </a:lvl1pPr>
          </a:lstStyle>
          <a:p>
            <a:pPr lvl="0"/>
            <a:r>
              <a:rPr lang="en-US"/>
              <a:t>Click to edit Master text styles</a:t>
            </a:r>
          </a:p>
        </p:txBody>
      </p:sp>
      <p:sp>
        <p:nvSpPr>
          <p:cNvPr id="21" name="Picture Placeholder 20">
            <a:extLst>
              <a:ext uri="{FF2B5EF4-FFF2-40B4-BE49-F238E27FC236}">
                <a16:creationId xmlns:a16="http://schemas.microsoft.com/office/drawing/2014/main" id="{9EB4F83A-A12A-A3D4-3F35-3B8B87F518F3}"/>
              </a:ext>
            </a:extLst>
          </p:cNvPr>
          <p:cNvSpPr>
            <a:spLocks noGrp="1"/>
          </p:cNvSpPr>
          <p:nvPr>
            <p:ph type="pic" sz="quarter" idx="12"/>
          </p:nvPr>
        </p:nvSpPr>
        <p:spPr>
          <a:xfrm>
            <a:off x="554038" y="1690689"/>
            <a:ext cx="2479417" cy="1291051"/>
          </a:xfrm>
          <a:custGeom>
            <a:avLst/>
            <a:gdLst>
              <a:gd name="connsiteX0" fmla="*/ 37699 w 2479417"/>
              <a:gd name="connsiteY0" fmla="*/ 0 h 1291051"/>
              <a:gd name="connsiteX1" fmla="*/ 2441718 w 2479417"/>
              <a:gd name="connsiteY1" fmla="*/ 0 h 1291051"/>
              <a:gd name="connsiteX2" fmla="*/ 2479417 w 2479417"/>
              <a:gd name="connsiteY2" fmla="*/ 37699 h 1291051"/>
              <a:gd name="connsiteX3" fmla="*/ 2479417 w 2479417"/>
              <a:gd name="connsiteY3" fmla="*/ 1253352 h 1291051"/>
              <a:gd name="connsiteX4" fmla="*/ 2441718 w 2479417"/>
              <a:gd name="connsiteY4" fmla="*/ 1291051 h 1291051"/>
              <a:gd name="connsiteX5" fmla="*/ 37699 w 2479417"/>
              <a:gd name="connsiteY5" fmla="*/ 1291051 h 1291051"/>
              <a:gd name="connsiteX6" fmla="*/ 0 w 2479417"/>
              <a:gd name="connsiteY6" fmla="*/ 1253352 h 1291051"/>
              <a:gd name="connsiteX7" fmla="*/ 0 w 2479417"/>
              <a:gd name="connsiteY7" fmla="*/ 37699 h 1291051"/>
              <a:gd name="connsiteX8" fmla="*/ 37699 w 2479417"/>
              <a:gd name="connsiteY8" fmla="*/ 0 h 129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9417" h="1291051">
                <a:moveTo>
                  <a:pt x="37699" y="0"/>
                </a:moveTo>
                <a:lnTo>
                  <a:pt x="2441718" y="0"/>
                </a:lnTo>
                <a:cubicBezTo>
                  <a:pt x="2462539" y="0"/>
                  <a:pt x="2479417" y="16878"/>
                  <a:pt x="2479417" y="37699"/>
                </a:cubicBezTo>
                <a:lnTo>
                  <a:pt x="2479417" y="1253352"/>
                </a:lnTo>
                <a:cubicBezTo>
                  <a:pt x="2479417" y="1274173"/>
                  <a:pt x="2462539" y="1291051"/>
                  <a:pt x="2441718" y="1291051"/>
                </a:cubicBezTo>
                <a:lnTo>
                  <a:pt x="37699" y="1291051"/>
                </a:lnTo>
                <a:cubicBezTo>
                  <a:pt x="16878" y="1291051"/>
                  <a:pt x="0" y="1274173"/>
                  <a:pt x="0" y="1253352"/>
                </a:cubicBezTo>
                <a:lnTo>
                  <a:pt x="0" y="37699"/>
                </a:lnTo>
                <a:cubicBezTo>
                  <a:pt x="0" y="16878"/>
                  <a:pt x="16878" y="0"/>
                  <a:pt x="37699"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22" name="Text Placeholder 6">
            <a:extLst>
              <a:ext uri="{FF2B5EF4-FFF2-40B4-BE49-F238E27FC236}">
                <a16:creationId xmlns:a16="http://schemas.microsoft.com/office/drawing/2014/main" id="{4C336369-4672-25EF-0D52-0AA63F40213E}"/>
              </a:ext>
            </a:extLst>
          </p:cNvPr>
          <p:cNvSpPr>
            <a:spLocks noGrp="1"/>
          </p:cNvSpPr>
          <p:nvPr>
            <p:ph idx="13"/>
          </p:nvPr>
        </p:nvSpPr>
        <p:spPr>
          <a:xfrm>
            <a:off x="9161720" y="3898956"/>
            <a:ext cx="2479418" cy="240976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3" name="Text Placeholder 7">
            <a:extLst>
              <a:ext uri="{FF2B5EF4-FFF2-40B4-BE49-F238E27FC236}">
                <a16:creationId xmlns:a16="http://schemas.microsoft.com/office/drawing/2014/main" id="{191F6897-4FBF-34C3-8D07-17047C52251B}"/>
              </a:ext>
            </a:extLst>
          </p:cNvPr>
          <p:cNvSpPr>
            <a:spLocks noGrp="1"/>
          </p:cNvSpPr>
          <p:nvPr>
            <p:ph type="body" sz="quarter" idx="14"/>
          </p:nvPr>
        </p:nvSpPr>
        <p:spPr>
          <a:xfrm>
            <a:off x="9161720" y="3269642"/>
            <a:ext cx="2479418" cy="444507"/>
          </a:xfrm>
        </p:spPr>
        <p:txBody>
          <a:bodyPr/>
          <a:lstStyle>
            <a:lvl1pPr marL="0" indent="0">
              <a:buNone/>
              <a:defRPr b="1">
                <a:solidFill>
                  <a:schemeClr val="tx2"/>
                </a:solidFill>
              </a:defRPr>
            </a:lvl1pPr>
          </a:lstStyle>
          <a:p>
            <a:pPr lvl="0"/>
            <a:r>
              <a:rPr lang="en-US"/>
              <a:t>Click to edit Master text styles</a:t>
            </a:r>
          </a:p>
        </p:txBody>
      </p:sp>
      <p:sp>
        <p:nvSpPr>
          <p:cNvPr id="24" name="Picture Placeholder 23">
            <a:extLst>
              <a:ext uri="{FF2B5EF4-FFF2-40B4-BE49-F238E27FC236}">
                <a16:creationId xmlns:a16="http://schemas.microsoft.com/office/drawing/2014/main" id="{746B1D23-3F88-94EB-2D20-2DDAE7E339C8}"/>
              </a:ext>
            </a:extLst>
          </p:cNvPr>
          <p:cNvSpPr>
            <a:spLocks noGrp="1"/>
          </p:cNvSpPr>
          <p:nvPr>
            <p:ph type="pic" sz="quarter" idx="15"/>
          </p:nvPr>
        </p:nvSpPr>
        <p:spPr>
          <a:xfrm>
            <a:off x="9161721" y="1688681"/>
            <a:ext cx="2479417" cy="1291051"/>
          </a:xfrm>
          <a:custGeom>
            <a:avLst/>
            <a:gdLst>
              <a:gd name="connsiteX0" fmla="*/ 37699 w 2479417"/>
              <a:gd name="connsiteY0" fmla="*/ 0 h 1291051"/>
              <a:gd name="connsiteX1" fmla="*/ 2441718 w 2479417"/>
              <a:gd name="connsiteY1" fmla="*/ 0 h 1291051"/>
              <a:gd name="connsiteX2" fmla="*/ 2479417 w 2479417"/>
              <a:gd name="connsiteY2" fmla="*/ 37699 h 1291051"/>
              <a:gd name="connsiteX3" fmla="*/ 2479417 w 2479417"/>
              <a:gd name="connsiteY3" fmla="*/ 1253352 h 1291051"/>
              <a:gd name="connsiteX4" fmla="*/ 2441718 w 2479417"/>
              <a:gd name="connsiteY4" fmla="*/ 1291051 h 1291051"/>
              <a:gd name="connsiteX5" fmla="*/ 37699 w 2479417"/>
              <a:gd name="connsiteY5" fmla="*/ 1291051 h 1291051"/>
              <a:gd name="connsiteX6" fmla="*/ 0 w 2479417"/>
              <a:gd name="connsiteY6" fmla="*/ 1253352 h 1291051"/>
              <a:gd name="connsiteX7" fmla="*/ 0 w 2479417"/>
              <a:gd name="connsiteY7" fmla="*/ 37699 h 1291051"/>
              <a:gd name="connsiteX8" fmla="*/ 37699 w 2479417"/>
              <a:gd name="connsiteY8" fmla="*/ 0 h 129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9417" h="1291051">
                <a:moveTo>
                  <a:pt x="37699" y="0"/>
                </a:moveTo>
                <a:lnTo>
                  <a:pt x="2441718" y="0"/>
                </a:lnTo>
                <a:cubicBezTo>
                  <a:pt x="2462539" y="0"/>
                  <a:pt x="2479417" y="16878"/>
                  <a:pt x="2479417" y="37699"/>
                </a:cubicBezTo>
                <a:lnTo>
                  <a:pt x="2479417" y="1253352"/>
                </a:lnTo>
                <a:cubicBezTo>
                  <a:pt x="2479417" y="1274173"/>
                  <a:pt x="2462539" y="1291051"/>
                  <a:pt x="2441718" y="1291051"/>
                </a:cubicBezTo>
                <a:lnTo>
                  <a:pt x="37699" y="1291051"/>
                </a:lnTo>
                <a:cubicBezTo>
                  <a:pt x="16878" y="1291051"/>
                  <a:pt x="0" y="1274173"/>
                  <a:pt x="0" y="1253352"/>
                </a:cubicBezTo>
                <a:lnTo>
                  <a:pt x="0" y="37699"/>
                </a:lnTo>
                <a:cubicBezTo>
                  <a:pt x="0" y="16878"/>
                  <a:pt x="16878" y="0"/>
                  <a:pt x="37699"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25" name="Text Placeholder 6">
            <a:extLst>
              <a:ext uri="{FF2B5EF4-FFF2-40B4-BE49-F238E27FC236}">
                <a16:creationId xmlns:a16="http://schemas.microsoft.com/office/drawing/2014/main" id="{72836B13-C131-73E8-6139-B105B0CE593B}"/>
              </a:ext>
            </a:extLst>
          </p:cNvPr>
          <p:cNvSpPr>
            <a:spLocks noGrp="1"/>
          </p:cNvSpPr>
          <p:nvPr>
            <p:ph idx="16"/>
          </p:nvPr>
        </p:nvSpPr>
        <p:spPr>
          <a:xfrm>
            <a:off x="3421148" y="3898956"/>
            <a:ext cx="2479418" cy="240976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6" name="Text Placeholder 7">
            <a:extLst>
              <a:ext uri="{FF2B5EF4-FFF2-40B4-BE49-F238E27FC236}">
                <a16:creationId xmlns:a16="http://schemas.microsoft.com/office/drawing/2014/main" id="{E21BA4D1-9D27-ACD1-776A-E09669531EFA}"/>
              </a:ext>
            </a:extLst>
          </p:cNvPr>
          <p:cNvSpPr>
            <a:spLocks noGrp="1"/>
          </p:cNvSpPr>
          <p:nvPr>
            <p:ph type="body" sz="quarter" idx="17"/>
          </p:nvPr>
        </p:nvSpPr>
        <p:spPr>
          <a:xfrm>
            <a:off x="3431553" y="3269642"/>
            <a:ext cx="2479418" cy="444507"/>
          </a:xfrm>
        </p:spPr>
        <p:txBody>
          <a:bodyPr/>
          <a:lstStyle>
            <a:lvl1pPr marL="0" indent="0">
              <a:buNone/>
              <a:defRPr b="1">
                <a:solidFill>
                  <a:schemeClr val="tx2"/>
                </a:solidFill>
              </a:defRPr>
            </a:lvl1pPr>
          </a:lstStyle>
          <a:p>
            <a:pPr lvl="0"/>
            <a:r>
              <a:rPr lang="en-US"/>
              <a:t>Click to edit Master text styles</a:t>
            </a:r>
          </a:p>
        </p:txBody>
      </p:sp>
      <p:sp>
        <p:nvSpPr>
          <p:cNvPr id="27" name="Picture Placeholder 26">
            <a:extLst>
              <a:ext uri="{FF2B5EF4-FFF2-40B4-BE49-F238E27FC236}">
                <a16:creationId xmlns:a16="http://schemas.microsoft.com/office/drawing/2014/main" id="{746EE493-5E35-C1E3-E4F8-37EF950BC35A}"/>
              </a:ext>
            </a:extLst>
          </p:cNvPr>
          <p:cNvSpPr>
            <a:spLocks noGrp="1"/>
          </p:cNvSpPr>
          <p:nvPr>
            <p:ph type="pic" sz="quarter" idx="18"/>
          </p:nvPr>
        </p:nvSpPr>
        <p:spPr>
          <a:xfrm>
            <a:off x="3431554" y="1691856"/>
            <a:ext cx="2479417" cy="1291051"/>
          </a:xfrm>
          <a:custGeom>
            <a:avLst/>
            <a:gdLst>
              <a:gd name="connsiteX0" fmla="*/ 37699 w 2479417"/>
              <a:gd name="connsiteY0" fmla="*/ 0 h 1291051"/>
              <a:gd name="connsiteX1" fmla="*/ 2441718 w 2479417"/>
              <a:gd name="connsiteY1" fmla="*/ 0 h 1291051"/>
              <a:gd name="connsiteX2" fmla="*/ 2479417 w 2479417"/>
              <a:gd name="connsiteY2" fmla="*/ 37699 h 1291051"/>
              <a:gd name="connsiteX3" fmla="*/ 2479417 w 2479417"/>
              <a:gd name="connsiteY3" fmla="*/ 1253352 h 1291051"/>
              <a:gd name="connsiteX4" fmla="*/ 2441718 w 2479417"/>
              <a:gd name="connsiteY4" fmla="*/ 1291051 h 1291051"/>
              <a:gd name="connsiteX5" fmla="*/ 37699 w 2479417"/>
              <a:gd name="connsiteY5" fmla="*/ 1291051 h 1291051"/>
              <a:gd name="connsiteX6" fmla="*/ 0 w 2479417"/>
              <a:gd name="connsiteY6" fmla="*/ 1253352 h 1291051"/>
              <a:gd name="connsiteX7" fmla="*/ 0 w 2479417"/>
              <a:gd name="connsiteY7" fmla="*/ 37699 h 1291051"/>
              <a:gd name="connsiteX8" fmla="*/ 37699 w 2479417"/>
              <a:gd name="connsiteY8" fmla="*/ 0 h 129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9417" h="1291051">
                <a:moveTo>
                  <a:pt x="37699" y="0"/>
                </a:moveTo>
                <a:lnTo>
                  <a:pt x="2441718" y="0"/>
                </a:lnTo>
                <a:cubicBezTo>
                  <a:pt x="2462539" y="0"/>
                  <a:pt x="2479417" y="16878"/>
                  <a:pt x="2479417" y="37699"/>
                </a:cubicBezTo>
                <a:lnTo>
                  <a:pt x="2479417" y="1253352"/>
                </a:lnTo>
                <a:cubicBezTo>
                  <a:pt x="2479417" y="1274173"/>
                  <a:pt x="2462539" y="1291051"/>
                  <a:pt x="2441718" y="1291051"/>
                </a:cubicBezTo>
                <a:lnTo>
                  <a:pt x="37699" y="1291051"/>
                </a:lnTo>
                <a:cubicBezTo>
                  <a:pt x="16878" y="1291051"/>
                  <a:pt x="0" y="1274173"/>
                  <a:pt x="0" y="1253352"/>
                </a:cubicBezTo>
                <a:lnTo>
                  <a:pt x="0" y="37699"/>
                </a:lnTo>
                <a:cubicBezTo>
                  <a:pt x="0" y="16878"/>
                  <a:pt x="16878" y="0"/>
                  <a:pt x="37699"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28" name="Text Placeholder 6">
            <a:extLst>
              <a:ext uri="{FF2B5EF4-FFF2-40B4-BE49-F238E27FC236}">
                <a16:creationId xmlns:a16="http://schemas.microsoft.com/office/drawing/2014/main" id="{64C5363D-C6AA-409B-3D71-76FA8D45079A}"/>
              </a:ext>
            </a:extLst>
          </p:cNvPr>
          <p:cNvSpPr>
            <a:spLocks noGrp="1"/>
          </p:cNvSpPr>
          <p:nvPr>
            <p:ph idx="19"/>
          </p:nvPr>
        </p:nvSpPr>
        <p:spPr>
          <a:xfrm>
            <a:off x="6291434" y="3898956"/>
            <a:ext cx="2479418" cy="240976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9" name="Text Placeholder 7">
            <a:extLst>
              <a:ext uri="{FF2B5EF4-FFF2-40B4-BE49-F238E27FC236}">
                <a16:creationId xmlns:a16="http://schemas.microsoft.com/office/drawing/2014/main" id="{619863E9-9025-8CFC-7208-A307ED9B3E2B}"/>
              </a:ext>
            </a:extLst>
          </p:cNvPr>
          <p:cNvSpPr>
            <a:spLocks noGrp="1"/>
          </p:cNvSpPr>
          <p:nvPr>
            <p:ph type="body" sz="quarter" idx="20"/>
          </p:nvPr>
        </p:nvSpPr>
        <p:spPr>
          <a:xfrm>
            <a:off x="6281029" y="3269642"/>
            <a:ext cx="2479418" cy="444507"/>
          </a:xfrm>
        </p:spPr>
        <p:txBody>
          <a:bodyPr/>
          <a:lstStyle>
            <a:lvl1pPr marL="0" indent="0">
              <a:buNone/>
              <a:defRPr b="1">
                <a:solidFill>
                  <a:schemeClr val="tx2"/>
                </a:solidFill>
              </a:defRPr>
            </a:lvl1pPr>
          </a:lstStyle>
          <a:p>
            <a:pPr lvl="0"/>
            <a:r>
              <a:rPr lang="en-US"/>
              <a:t>Click to edit Master text styles</a:t>
            </a:r>
          </a:p>
        </p:txBody>
      </p:sp>
      <p:sp>
        <p:nvSpPr>
          <p:cNvPr id="30" name="Picture Placeholder 29">
            <a:extLst>
              <a:ext uri="{FF2B5EF4-FFF2-40B4-BE49-F238E27FC236}">
                <a16:creationId xmlns:a16="http://schemas.microsoft.com/office/drawing/2014/main" id="{795FDC0D-8635-F688-00AD-1CCF19561BFE}"/>
              </a:ext>
            </a:extLst>
          </p:cNvPr>
          <p:cNvSpPr>
            <a:spLocks noGrp="1"/>
          </p:cNvSpPr>
          <p:nvPr>
            <p:ph type="pic" sz="quarter" idx="21"/>
          </p:nvPr>
        </p:nvSpPr>
        <p:spPr>
          <a:xfrm>
            <a:off x="6281030" y="1688681"/>
            <a:ext cx="2479417" cy="1291051"/>
          </a:xfrm>
          <a:custGeom>
            <a:avLst/>
            <a:gdLst>
              <a:gd name="connsiteX0" fmla="*/ 37699 w 2479417"/>
              <a:gd name="connsiteY0" fmla="*/ 0 h 1291051"/>
              <a:gd name="connsiteX1" fmla="*/ 2441718 w 2479417"/>
              <a:gd name="connsiteY1" fmla="*/ 0 h 1291051"/>
              <a:gd name="connsiteX2" fmla="*/ 2479417 w 2479417"/>
              <a:gd name="connsiteY2" fmla="*/ 37699 h 1291051"/>
              <a:gd name="connsiteX3" fmla="*/ 2479417 w 2479417"/>
              <a:gd name="connsiteY3" fmla="*/ 1253352 h 1291051"/>
              <a:gd name="connsiteX4" fmla="*/ 2441718 w 2479417"/>
              <a:gd name="connsiteY4" fmla="*/ 1291051 h 1291051"/>
              <a:gd name="connsiteX5" fmla="*/ 37699 w 2479417"/>
              <a:gd name="connsiteY5" fmla="*/ 1291051 h 1291051"/>
              <a:gd name="connsiteX6" fmla="*/ 0 w 2479417"/>
              <a:gd name="connsiteY6" fmla="*/ 1253352 h 1291051"/>
              <a:gd name="connsiteX7" fmla="*/ 0 w 2479417"/>
              <a:gd name="connsiteY7" fmla="*/ 37699 h 1291051"/>
              <a:gd name="connsiteX8" fmla="*/ 37699 w 2479417"/>
              <a:gd name="connsiteY8" fmla="*/ 0 h 129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9417" h="1291051">
                <a:moveTo>
                  <a:pt x="37699" y="0"/>
                </a:moveTo>
                <a:lnTo>
                  <a:pt x="2441718" y="0"/>
                </a:lnTo>
                <a:cubicBezTo>
                  <a:pt x="2462539" y="0"/>
                  <a:pt x="2479417" y="16878"/>
                  <a:pt x="2479417" y="37699"/>
                </a:cubicBezTo>
                <a:lnTo>
                  <a:pt x="2479417" y="1253352"/>
                </a:lnTo>
                <a:cubicBezTo>
                  <a:pt x="2479417" y="1274173"/>
                  <a:pt x="2462539" y="1291051"/>
                  <a:pt x="2441718" y="1291051"/>
                </a:cubicBezTo>
                <a:lnTo>
                  <a:pt x="37699" y="1291051"/>
                </a:lnTo>
                <a:cubicBezTo>
                  <a:pt x="16878" y="1291051"/>
                  <a:pt x="0" y="1274173"/>
                  <a:pt x="0" y="1253352"/>
                </a:cubicBezTo>
                <a:lnTo>
                  <a:pt x="0" y="37699"/>
                </a:lnTo>
                <a:cubicBezTo>
                  <a:pt x="0" y="16878"/>
                  <a:pt x="16878" y="0"/>
                  <a:pt x="37699"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4" name="Rectangle 6">
            <a:extLst>
              <a:ext uri="{FF2B5EF4-FFF2-40B4-BE49-F238E27FC236}">
                <a16:creationId xmlns:a16="http://schemas.microsoft.com/office/drawing/2014/main" id="{26EC0BE0-BD10-C993-B79D-23517752162A}"/>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5805526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_Photo_right">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500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52651"/>
            <a:ext cx="11090275"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554037" y="2723948"/>
            <a:ext cx="5545138" cy="3584777"/>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554037" y="2119540"/>
            <a:ext cx="5545138" cy="444507"/>
          </a:xfrm>
        </p:spPr>
        <p:txBody>
          <a:bodyPr/>
          <a:lstStyle>
            <a:lvl1pPr marL="0" indent="0">
              <a:buNone/>
              <a:defRPr b="1">
                <a:solidFill>
                  <a:schemeClr val="tx2"/>
                </a:solidFill>
              </a:defRPr>
            </a:lvl1pPr>
          </a:lstStyle>
          <a:p>
            <a:pPr lvl="0"/>
            <a:r>
              <a:rPr lang="en-US"/>
              <a:t>Click to edit Master text styles</a:t>
            </a:r>
          </a:p>
        </p:txBody>
      </p:sp>
      <p:sp>
        <p:nvSpPr>
          <p:cNvPr id="4" name="Graphic 8">
            <a:extLst>
              <a:ext uri="{FF2B5EF4-FFF2-40B4-BE49-F238E27FC236}">
                <a16:creationId xmlns:a16="http://schemas.microsoft.com/office/drawing/2014/main" id="{6B5F20A3-472A-3CB2-E046-8EDD9712E221}"/>
              </a:ext>
            </a:extLst>
          </p:cNvPr>
          <p:cNvSpPr/>
          <p:nvPr userDrawn="1"/>
        </p:nvSpPr>
        <p:spPr>
          <a:xfrm rot="1079142">
            <a:off x="7446735" y="2111281"/>
            <a:ext cx="3943210" cy="4241562"/>
          </a:xfrm>
          <a:custGeom>
            <a:avLst/>
            <a:gdLst>
              <a:gd name="connsiteX0" fmla="*/ 1401949 w 1616853"/>
              <a:gd name="connsiteY0" fmla="*/ 422108 h 1739188"/>
              <a:gd name="connsiteX1" fmla="*/ 1615215 w 1616853"/>
              <a:gd name="connsiteY1" fmla="*/ 994174 h 1739188"/>
              <a:gd name="connsiteX2" fmla="*/ 1251001 w 1616853"/>
              <a:gd name="connsiteY2" fmla="*/ 1543821 h 1739188"/>
              <a:gd name="connsiteX3" fmla="*/ 480868 w 1616853"/>
              <a:gd name="connsiteY3" fmla="*/ 1705884 h 1739188"/>
              <a:gd name="connsiteX4" fmla="*/ 2563 w 1616853"/>
              <a:gd name="connsiteY4" fmla="*/ 1071596 h 1739188"/>
              <a:gd name="connsiteX5" fmla="*/ 319850 w 1616853"/>
              <a:gd name="connsiteY5" fmla="*/ 332242 h 1739188"/>
              <a:gd name="connsiteX6" fmla="*/ 922695 w 1616853"/>
              <a:gd name="connsiteY6" fmla="*/ 2891 h 1739188"/>
              <a:gd name="connsiteX7" fmla="*/ 1401949 w 1616853"/>
              <a:gd name="connsiteY7" fmla="*/ 422013 h 173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6853" h="1739188">
                <a:moveTo>
                  <a:pt x="1401949" y="422108"/>
                </a:moveTo>
                <a:cubicBezTo>
                  <a:pt x="1530859" y="614760"/>
                  <a:pt x="1630985" y="799718"/>
                  <a:pt x="1615215" y="994174"/>
                </a:cubicBezTo>
                <a:cubicBezTo>
                  <a:pt x="1599446" y="1188726"/>
                  <a:pt x="1467592" y="1392303"/>
                  <a:pt x="1251001" y="1543821"/>
                </a:cubicBezTo>
                <a:cubicBezTo>
                  <a:pt x="1034410" y="1695340"/>
                  <a:pt x="732988" y="1794231"/>
                  <a:pt x="480868" y="1705884"/>
                </a:cubicBezTo>
                <a:cubicBezTo>
                  <a:pt x="229319" y="1617443"/>
                  <a:pt x="27072" y="1341670"/>
                  <a:pt x="2563" y="1071596"/>
                </a:cubicBezTo>
                <a:cubicBezTo>
                  <a:pt x="-21851" y="801997"/>
                  <a:pt x="131473" y="538194"/>
                  <a:pt x="319850" y="332242"/>
                </a:cubicBezTo>
                <a:cubicBezTo>
                  <a:pt x="508227" y="126291"/>
                  <a:pt x="732038" y="-22853"/>
                  <a:pt x="922695" y="2891"/>
                </a:cubicBezTo>
                <a:cubicBezTo>
                  <a:pt x="1113922" y="28730"/>
                  <a:pt x="1272565" y="229457"/>
                  <a:pt x="1401949" y="422013"/>
                </a:cubicBezTo>
                <a:close/>
              </a:path>
            </a:pathLst>
          </a:custGeom>
          <a:solidFill>
            <a:schemeClr val="tx2"/>
          </a:solidFill>
          <a:ln w="9487" cap="flat">
            <a:noFill/>
            <a:prstDash val="solid"/>
            <a:miter/>
          </a:ln>
        </p:spPr>
        <p:txBody>
          <a:bodyPr rtlCol="0" anchor="ctr"/>
          <a:lstStyle/>
          <a:p>
            <a:endParaRPr lang="en-PL"/>
          </a:p>
        </p:txBody>
      </p:sp>
      <p:sp>
        <p:nvSpPr>
          <p:cNvPr id="7" name="Picture Placeholder 16">
            <a:extLst>
              <a:ext uri="{FF2B5EF4-FFF2-40B4-BE49-F238E27FC236}">
                <a16:creationId xmlns:a16="http://schemas.microsoft.com/office/drawing/2014/main" id="{8E00BA19-5C35-CDE1-774D-9BBD0B7B5956}"/>
              </a:ext>
            </a:extLst>
          </p:cNvPr>
          <p:cNvSpPr>
            <a:spLocks noGrp="1"/>
          </p:cNvSpPr>
          <p:nvPr>
            <p:ph type="pic" sz="quarter" idx="12"/>
          </p:nvPr>
        </p:nvSpPr>
        <p:spPr>
          <a:xfrm>
            <a:off x="6832769" y="2003126"/>
            <a:ext cx="4217369" cy="4320742"/>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8" name="Rectangle 6">
            <a:extLst>
              <a:ext uri="{FF2B5EF4-FFF2-40B4-BE49-F238E27FC236}">
                <a16:creationId xmlns:a16="http://schemas.microsoft.com/office/drawing/2014/main" id="{B981A08C-E4C2-3E97-A30E-88871BBAB11F}"/>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3743800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_Photo_left">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500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9" y="549476"/>
            <a:ext cx="11087100"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6096000" y="2723948"/>
            <a:ext cx="5545138" cy="3584576"/>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6096000" y="2119540"/>
            <a:ext cx="5545138" cy="444507"/>
          </a:xfrm>
        </p:spPr>
        <p:txBody>
          <a:bodyPr/>
          <a:lstStyle>
            <a:lvl1pPr marL="0" indent="0">
              <a:buNone/>
              <a:defRPr b="1">
                <a:solidFill>
                  <a:schemeClr val="tx2"/>
                </a:solidFill>
              </a:defRPr>
            </a:lvl1pPr>
          </a:lstStyle>
          <a:p>
            <a:pPr lvl="0"/>
            <a:r>
              <a:rPr lang="en-US"/>
              <a:t>Click to edit Master text styles</a:t>
            </a:r>
          </a:p>
        </p:txBody>
      </p:sp>
      <p:sp>
        <p:nvSpPr>
          <p:cNvPr id="4" name="Graphic 8">
            <a:extLst>
              <a:ext uri="{FF2B5EF4-FFF2-40B4-BE49-F238E27FC236}">
                <a16:creationId xmlns:a16="http://schemas.microsoft.com/office/drawing/2014/main" id="{6B5F20A3-472A-3CB2-E046-8EDD9712E221}"/>
              </a:ext>
            </a:extLst>
          </p:cNvPr>
          <p:cNvSpPr/>
          <p:nvPr userDrawn="1"/>
        </p:nvSpPr>
        <p:spPr>
          <a:xfrm rot="1079142">
            <a:off x="1576799" y="2111281"/>
            <a:ext cx="3943210" cy="4241562"/>
          </a:xfrm>
          <a:custGeom>
            <a:avLst/>
            <a:gdLst>
              <a:gd name="connsiteX0" fmla="*/ 1401949 w 1616853"/>
              <a:gd name="connsiteY0" fmla="*/ 422108 h 1739188"/>
              <a:gd name="connsiteX1" fmla="*/ 1615215 w 1616853"/>
              <a:gd name="connsiteY1" fmla="*/ 994174 h 1739188"/>
              <a:gd name="connsiteX2" fmla="*/ 1251001 w 1616853"/>
              <a:gd name="connsiteY2" fmla="*/ 1543821 h 1739188"/>
              <a:gd name="connsiteX3" fmla="*/ 480868 w 1616853"/>
              <a:gd name="connsiteY3" fmla="*/ 1705884 h 1739188"/>
              <a:gd name="connsiteX4" fmla="*/ 2563 w 1616853"/>
              <a:gd name="connsiteY4" fmla="*/ 1071596 h 1739188"/>
              <a:gd name="connsiteX5" fmla="*/ 319850 w 1616853"/>
              <a:gd name="connsiteY5" fmla="*/ 332242 h 1739188"/>
              <a:gd name="connsiteX6" fmla="*/ 922695 w 1616853"/>
              <a:gd name="connsiteY6" fmla="*/ 2891 h 1739188"/>
              <a:gd name="connsiteX7" fmla="*/ 1401949 w 1616853"/>
              <a:gd name="connsiteY7" fmla="*/ 422013 h 173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6853" h="1739188">
                <a:moveTo>
                  <a:pt x="1401949" y="422108"/>
                </a:moveTo>
                <a:cubicBezTo>
                  <a:pt x="1530859" y="614760"/>
                  <a:pt x="1630985" y="799718"/>
                  <a:pt x="1615215" y="994174"/>
                </a:cubicBezTo>
                <a:cubicBezTo>
                  <a:pt x="1599446" y="1188726"/>
                  <a:pt x="1467592" y="1392303"/>
                  <a:pt x="1251001" y="1543821"/>
                </a:cubicBezTo>
                <a:cubicBezTo>
                  <a:pt x="1034410" y="1695340"/>
                  <a:pt x="732988" y="1794231"/>
                  <a:pt x="480868" y="1705884"/>
                </a:cubicBezTo>
                <a:cubicBezTo>
                  <a:pt x="229319" y="1617443"/>
                  <a:pt x="27072" y="1341670"/>
                  <a:pt x="2563" y="1071596"/>
                </a:cubicBezTo>
                <a:cubicBezTo>
                  <a:pt x="-21851" y="801997"/>
                  <a:pt x="131473" y="538194"/>
                  <a:pt x="319850" y="332242"/>
                </a:cubicBezTo>
                <a:cubicBezTo>
                  <a:pt x="508227" y="126291"/>
                  <a:pt x="732038" y="-22853"/>
                  <a:pt x="922695" y="2891"/>
                </a:cubicBezTo>
                <a:cubicBezTo>
                  <a:pt x="1113922" y="28730"/>
                  <a:pt x="1272565" y="229457"/>
                  <a:pt x="1401949" y="422013"/>
                </a:cubicBezTo>
                <a:close/>
              </a:path>
            </a:pathLst>
          </a:custGeom>
          <a:solidFill>
            <a:schemeClr val="tx2"/>
          </a:solidFill>
          <a:ln w="9487" cap="flat">
            <a:noFill/>
            <a:prstDash val="solid"/>
            <a:miter/>
          </a:ln>
        </p:spPr>
        <p:txBody>
          <a:bodyPr rtlCol="0" anchor="ctr"/>
          <a:lstStyle/>
          <a:p>
            <a:endParaRPr lang="en-GB" noProof="0"/>
          </a:p>
        </p:txBody>
      </p:sp>
      <p:sp>
        <p:nvSpPr>
          <p:cNvPr id="7" name="Picture Placeholder 16">
            <a:extLst>
              <a:ext uri="{FF2B5EF4-FFF2-40B4-BE49-F238E27FC236}">
                <a16:creationId xmlns:a16="http://schemas.microsoft.com/office/drawing/2014/main" id="{8E00BA19-5C35-CDE1-774D-9BBD0B7B5956}"/>
              </a:ext>
            </a:extLst>
          </p:cNvPr>
          <p:cNvSpPr>
            <a:spLocks noGrp="1"/>
          </p:cNvSpPr>
          <p:nvPr>
            <p:ph type="pic" sz="quarter" idx="12"/>
          </p:nvPr>
        </p:nvSpPr>
        <p:spPr>
          <a:xfrm>
            <a:off x="962833" y="2003126"/>
            <a:ext cx="4217369" cy="4320742"/>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n-US" noProof="0"/>
              <a:t>Click icon to add picture</a:t>
            </a:r>
            <a:endParaRPr lang="en-GB" noProof="0"/>
          </a:p>
        </p:txBody>
      </p:sp>
      <p:sp>
        <p:nvSpPr>
          <p:cNvPr id="8" name="Rectangle 6">
            <a:extLst>
              <a:ext uri="{FF2B5EF4-FFF2-40B4-BE49-F238E27FC236}">
                <a16:creationId xmlns:a16="http://schemas.microsoft.com/office/drawing/2014/main" id="{91EE9C37-7807-0EAE-B8FC-2EC38AFA118F}"/>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24964204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_Photo-Big_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71" y="549476"/>
            <a:ext cx="5541929"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554071" y="2723948"/>
            <a:ext cx="5541929" cy="358714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554071" y="2119540"/>
            <a:ext cx="5541929" cy="444507"/>
          </a:xfrm>
        </p:spPr>
        <p:txBody>
          <a:bodyPr/>
          <a:lstStyle>
            <a:lvl1pPr marL="0" indent="0">
              <a:buNone/>
              <a:defRPr b="1">
                <a:solidFill>
                  <a:schemeClr val="tx2"/>
                </a:solidFill>
              </a:defRPr>
            </a:lvl1pPr>
          </a:lstStyle>
          <a:p>
            <a:pPr lvl="0"/>
            <a:r>
              <a:rPr lang="en-US"/>
              <a:t>Click to edit Master text styles</a:t>
            </a:r>
          </a:p>
        </p:txBody>
      </p:sp>
      <p:sp>
        <p:nvSpPr>
          <p:cNvPr id="29" name="Freeform 28">
            <a:extLst>
              <a:ext uri="{FF2B5EF4-FFF2-40B4-BE49-F238E27FC236}">
                <a16:creationId xmlns:a16="http://schemas.microsoft.com/office/drawing/2014/main" id="{0A243FFF-8D05-DB6D-9184-BB0FF22C1C35}"/>
              </a:ext>
            </a:extLst>
          </p:cNvPr>
          <p:cNvSpPr/>
          <p:nvPr userDrawn="1"/>
        </p:nvSpPr>
        <p:spPr>
          <a:xfrm>
            <a:off x="6893260" y="0"/>
            <a:ext cx="1174594" cy="6858000"/>
          </a:xfrm>
          <a:custGeom>
            <a:avLst/>
            <a:gdLst>
              <a:gd name="connsiteX0" fmla="*/ 771494 w 1174594"/>
              <a:gd name="connsiteY0" fmla="*/ 0 h 6858000"/>
              <a:gd name="connsiteX1" fmla="*/ 1174594 w 1174594"/>
              <a:gd name="connsiteY1" fmla="*/ 0 h 6858000"/>
              <a:gd name="connsiteX2" fmla="*/ 1161444 w 1174594"/>
              <a:gd name="connsiteY2" fmla="*/ 144397 h 6858000"/>
              <a:gd name="connsiteX3" fmla="*/ 472003 w 1174594"/>
              <a:gd name="connsiteY3" fmla="*/ 3402712 h 6858000"/>
              <a:gd name="connsiteX4" fmla="*/ 748093 w 1174594"/>
              <a:gd name="connsiteY4" fmla="*/ 6824530 h 6858000"/>
              <a:gd name="connsiteX5" fmla="*/ 750748 w 1174594"/>
              <a:gd name="connsiteY5" fmla="*/ 6858000 h 6858000"/>
              <a:gd name="connsiteX6" fmla="*/ 217344 w 1174594"/>
              <a:gd name="connsiteY6" fmla="*/ 6858000 h 6858000"/>
              <a:gd name="connsiteX7" fmla="*/ 214865 w 1174594"/>
              <a:gd name="connsiteY7" fmla="*/ 6843618 h 6858000"/>
              <a:gd name="connsiteX8" fmla="*/ 64995 w 1174594"/>
              <a:gd name="connsiteY8" fmla="*/ 4241454 h 6858000"/>
              <a:gd name="connsiteX9" fmla="*/ 783146 w 1174594"/>
              <a:gd name="connsiteY9" fmla="*/ 1046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4594" h="6858000">
                <a:moveTo>
                  <a:pt x="771494" y="0"/>
                </a:moveTo>
                <a:lnTo>
                  <a:pt x="1174594" y="0"/>
                </a:lnTo>
                <a:lnTo>
                  <a:pt x="1161444" y="144397"/>
                </a:lnTo>
                <a:cubicBezTo>
                  <a:pt x="1033733" y="1250609"/>
                  <a:pt x="617322" y="2446286"/>
                  <a:pt x="472003" y="3402712"/>
                </a:cubicBezTo>
                <a:cubicBezTo>
                  <a:pt x="260630" y="4793885"/>
                  <a:pt x="621619" y="5685263"/>
                  <a:pt x="748093" y="6824530"/>
                </a:cubicBezTo>
                <a:lnTo>
                  <a:pt x="750748" y="6858000"/>
                </a:lnTo>
                <a:lnTo>
                  <a:pt x="217344" y="6858000"/>
                </a:lnTo>
                <a:lnTo>
                  <a:pt x="214865" y="6843618"/>
                </a:lnTo>
                <a:cubicBezTo>
                  <a:pt x="69890" y="6047077"/>
                  <a:pt x="-93534" y="5284828"/>
                  <a:pt x="64995" y="4241454"/>
                </a:cubicBezTo>
                <a:cubicBezTo>
                  <a:pt x="249947" y="3024186"/>
                  <a:pt x="874015" y="1419367"/>
                  <a:pt x="783146" y="104685"/>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3" name="Freeform 32">
            <a:extLst>
              <a:ext uri="{FF2B5EF4-FFF2-40B4-BE49-F238E27FC236}">
                <a16:creationId xmlns:a16="http://schemas.microsoft.com/office/drawing/2014/main" id="{7ABAEECC-CEEE-7426-95F0-433CD5D0628E}"/>
              </a:ext>
            </a:extLst>
          </p:cNvPr>
          <p:cNvSpPr/>
          <p:nvPr userDrawn="1"/>
        </p:nvSpPr>
        <p:spPr>
          <a:xfrm>
            <a:off x="7288693" y="0"/>
            <a:ext cx="1022358" cy="6858000"/>
          </a:xfrm>
          <a:custGeom>
            <a:avLst/>
            <a:gdLst>
              <a:gd name="connsiteX0" fmla="*/ 768834 w 1022358"/>
              <a:gd name="connsiteY0" fmla="*/ 0 h 6858000"/>
              <a:gd name="connsiteX1" fmla="*/ 1005982 w 1022358"/>
              <a:gd name="connsiteY1" fmla="*/ 0 h 6858000"/>
              <a:gd name="connsiteX2" fmla="*/ 1009847 w 1022358"/>
              <a:gd name="connsiteY2" fmla="*/ 31316 h 6858000"/>
              <a:gd name="connsiteX3" fmla="*/ 341247 w 1022358"/>
              <a:gd name="connsiteY3" fmla="*/ 4176390 h 6858000"/>
              <a:gd name="connsiteX4" fmla="*/ 522246 w 1022358"/>
              <a:gd name="connsiteY4" fmla="*/ 6776573 h 6858000"/>
              <a:gd name="connsiteX5" fmla="*/ 537283 w 1022358"/>
              <a:gd name="connsiteY5" fmla="*/ 6858000 h 6858000"/>
              <a:gd name="connsiteX6" fmla="*/ 343740 w 1022358"/>
              <a:gd name="connsiteY6" fmla="*/ 6858000 h 6858000"/>
              <a:gd name="connsiteX7" fmla="*/ 341085 w 1022358"/>
              <a:gd name="connsiteY7" fmla="*/ 6824530 h 6858000"/>
              <a:gd name="connsiteX8" fmla="*/ 64995 w 1022358"/>
              <a:gd name="connsiteY8" fmla="*/ 3402712 h 6858000"/>
              <a:gd name="connsiteX9" fmla="*/ 766468 w 1022358"/>
              <a:gd name="connsiteY9" fmla="*/ 3158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2358" h="6858000">
                <a:moveTo>
                  <a:pt x="768834" y="0"/>
                </a:moveTo>
                <a:lnTo>
                  <a:pt x="1005982" y="0"/>
                </a:lnTo>
                <a:lnTo>
                  <a:pt x="1009847" y="31316"/>
                </a:lnTo>
                <a:cubicBezTo>
                  <a:pt x="1116447" y="1344814"/>
                  <a:pt x="511620" y="2956996"/>
                  <a:pt x="341247" y="4176390"/>
                </a:cubicBezTo>
                <a:cubicBezTo>
                  <a:pt x="195220" y="5221592"/>
                  <a:pt x="367751" y="5981827"/>
                  <a:pt x="522246" y="6776573"/>
                </a:cubicBezTo>
                <a:lnTo>
                  <a:pt x="537283" y="6858000"/>
                </a:lnTo>
                <a:lnTo>
                  <a:pt x="343740" y="6858000"/>
                </a:lnTo>
                <a:lnTo>
                  <a:pt x="341085" y="6824530"/>
                </a:lnTo>
                <a:cubicBezTo>
                  <a:pt x="214611" y="5685264"/>
                  <a:pt x="-146378" y="4793885"/>
                  <a:pt x="64995" y="3402712"/>
                </a:cubicBezTo>
                <a:cubicBezTo>
                  <a:pt x="215268" y="2413681"/>
                  <a:pt x="655432" y="1168808"/>
                  <a:pt x="766468" y="31586"/>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6" name="Picture Placeholder 35">
            <a:extLst>
              <a:ext uri="{FF2B5EF4-FFF2-40B4-BE49-F238E27FC236}">
                <a16:creationId xmlns:a16="http://schemas.microsoft.com/office/drawing/2014/main" id="{95AB918B-2E59-DAB9-A333-D1C66DCE70E5}"/>
              </a:ext>
            </a:extLst>
          </p:cNvPr>
          <p:cNvSpPr>
            <a:spLocks noGrp="1"/>
          </p:cNvSpPr>
          <p:nvPr>
            <p:ph type="pic" sz="quarter" idx="12"/>
          </p:nvPr>
        </p:nvSpPr>
        <p:spPr>
          <a:xfrm>
            <a:off x="7574694" y="0"/>
            <a:ext cx="4617306" cy="6858000"/>
          </a:xfrm>
          <a:custGeom>
            <a:avLst/>
            <a:gdLst>
              <a:gd name="connsiteX0" fmla="*/ 719981 w 4617306"/>
              <a:gd name="connsiteY0" fmla="*/ 0 h 6858000"/>
              <a:gd name="connsiteX1" fmla="*/ 4617306 w 4617306"/>
              <a:gd name="connsiteY1" fmla="*/ 0 h 6858000"/>
              <a:gd name="connsiteX2" fmla="*/ 4617306 w 4617306"/>
              <a:gd name="connsiteY2" fmla="*/ 6858000 h 6858000"/>
              <a:gd name="connsiteX3" fmla="*/ 251282 w 4617306"/>
              <a:gd name="connsiteY3" fmla="*/ 6858000 h 6858000"/>
              <a:gd name="connsiteX4" fmla="*/ 236245 w 4617306"/>
              <a:gd name="connsiteY4" fmla="*/ 6776573 h 6858000"/>
              <a:gd name="connsiteX5" fmla="*/ 55246 w 4617306"/>
              <a:gd name="connsiteY5" fmla="*/ 4176390 h 6858000"/>
              <a:gd name="connsiteX6" fmla="*/ 723846 w 4617306"/>
              <a:gd name="connsiteY6" fmla="*/ 313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17306" h="6858000">
                <a:moveTo>
                  <a:pt x="719981" y="0"/>
                </a:moveTo>
                <a:lnTo>
                  <a:pt x="4617306" y="0"/>
                </a:lnTo>
                <a:lnTo>
                  <a:pt x="4617306" y="6858000"/>
                </a:lnTo>
                <a:lnTo>
                  <a:pt x="251282" y="6858000"/>
                </a:lnTo>
                <a:lnTo>
                  <a:pt x="236245" y="6776573"/>
                </a:lnTo>
                <a:cubicBezTo>
                  <a:pt x="81750" y="5981827"/>
                  <a:pt x="-90781" y="5221592"/>
                  <a:pt x="55246" y="4176390"/>
                </a:cubicBezTo>
                <a:cubicBezTo>
                  <a:pt x="225619" y="2956996"/>
                  <a:pt x="830446" y="1344814"/>
                  <a:pt x="723846" y="31316"/>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Tree>
    <p:extLst>
      <p:ext uri="{BB962C8B-B14F-4D97-AF65-F5344CB8AC3E}">
        <p14:creationId xmlns:p14="http://schemas.microsoft.com/office/powerpoint/2010/main" val="18776870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_Photo-Big_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6096000" y="549476"/>
            <a:ext cx="5545138"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6096000" y="2723948"/>
            <a:ext cx="5545138" cy="3584777"/>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6096000" y="2119540"/>
            <a:ext cx="5545138" cy="444507"/>
          </a:xfrm>
        </p:spPr>
        <p:txBody>
          <a:bodyPr/>
          <a:lstStyle>
            <a:lvl1pPr marL="0" indent="0">
              <a:buNone/>
              <a:defRPr b="1">
                <a:solidFill>
                  <a:schemeClr val="tx2"/>
                </a:solidFill>
              </a:defRPr>
            </a:lvl1pPr>
          </a:lstStyle>
          <a:p>
            <a:pPr lvl="0"/>
            <a:r>
              <a:rPr lang="en-US"/>
              <a:t>Click to edit Master text styles</a:t>
            </a:r>
          </a:p>
        </p:txBody>
      </p:sp>
      <p:sp>
        <p:nvSpPr>
          <p:cNvPr id="29" name="Freeform 28">
            <a:extLst>
              <a:ext uri="{FF2B5EF4-FFF2-40B4-BE49-F238E27FC236}">
                <a16:creationId xmlns:a16="http://schemas.microsoft.com/office/drawing/2014/main" id="{0A243FFF-8D05-DB6D-9184-BB0FF22C1C35}"/>
              </a:ext>
            </a:extLst>
          </p:cNvPr>
          <p:cNvSpPr/>
          <p:nvPr userDrawn="1"/>
        </p:nvSpPr>
        <p:spPr>
          <a:xfrm flipH="1">
            <a:off x="4130148" y="0"/>
            <a:ext cx="1174594" cy="6858000"/>
          </a:xfrm>
          <a:custGeom>
            <a:avLst/>
            <a:gdLst>
              <a:gd name="connsiteX0" fmla="*/ 771494 w 1174594"/>
              <a:gd name="connsiteY0" fmla="*/ 0 h 6858000"/>
              <a:gd name="connsiteX1" fmla="*/ 1174594 w 1174594"/>
              <a:gd name="connsiteY1" fmla="*/ 0 h 6858000"/>
              <a:gd name="connsiteX2" fmla="*/ 1161444 w 1174594"/>
              <a:gd name="connsiteY2" fmla="*/ 144397 h 6858000"/>
              <a:gd name="connsiteX3" fmla="*/ 472003 w 1174594"/>
              <a:gd name="connsiteY3" fmla="*/ 3402712 h 6858000"/>
              <a:gd name="connsiteX4" fmla="*/ 748093 w 1174594"/>
              <a:gd name="connsiteY4" fmla="*/ 6824530 h 6858000"/>
              <a:gd name="connsiteX5" fmla="*/ 750748 w 1174594"/>
              <a:gd name="connsiteY5" fmla="*/ 6858000 h 6858000"/>
              <a:gd name="connsiteX6" fmla="*/ 217344 w 1174594"/>
              <a:gd name="connsiteY6" fmla="*/ 6858000 h 6858000"/>
              <a:gd name="connsiteX7" fmla="*/ 214865 w 1174594"/>
              <a:gd name="connsiteY7" fmla="*/ 6843618 h 6858000"/>
              <a:gd name="connsiteX8" fmla="*/ 64995 w 1174594"/>
              <a:gd name="connsiteY8" fmla="*/ 4241454 h 6858000"/>
              <a:gd name="connsiteX9" fmla="*/ 783146 w 1174594"/>
              <a:gd name="connsiteY9" fmla="*/ 1046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4594" h="6858000">
                <a:moveTo>
                  <a:pt x="771494" y="0"/>
                </a:moveTo>
                <a:lnTo>
                  <a:pt x="1174594" y="0"/>
                </a:lnTo>
                <a:lnTo>
                  <a:pt x="1161444" y="144397"/>
                </a:lnTo>
                <a:cubicBezTo>
                  <a:pt x="1033733" y="1250609"/>
                  <a:pt x="617322" y="2446286"/>
                  <a:pt x="472003" y="3402712"/>
                </a:cubicBezTo>
                <a:cubicBezTo>
                  <a:pt x="260630" y="4793885"/>
                  <a:pt x="621619" y="5685263"/>
                  <a:pt x="748093" y="6824530"/>
                </a:cubicBezTo>
                <a:lnTo>
                  <a:pt x="750748" y="6858000"/>
                </a:lnTo>
                <a:lnTo>
                  <a:pt x="217344" y="6858000"/>
                </a:lnTo>
                <a:lnTo>
                  <a:pt x="214865" y="6843618"/>
                </a:lnTo>
                <a:cubicBezTo>
                  <a:pt x="69890" y="6047077"/>
                  <a:pt x="-93534" y="5284828"/>
                  <a:pt x="64995" y="4241454"/>
                </a:cubicBezTo>
                <a:cubicBezTo>
                  <a:pt x="249947" y="3024186"/>
                  <a:pt x="874015" y="1419367"/>
                  <a:pt x="783146" y="104685"/>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 name="Freeform 6">
            <a:extLst>
              <a:ext uri="{FF2B5EF4-FFF2-40B4-BE49-F238E27FC236}">
                <a16:creationId xmlns:a16="http://schemas.microsoft.com/office/drawing/2014/main" id="{C40030E4-B36C-592E-E057-414B265596F4}"/>
              </a:ext>
            </a:extLst>
          </p:cNvPr>
          <p:cNvSpPr/>
          <p:nvPr userDrawn="1"/>
        </p:nvSpPr>
        <p:spPr>
          <a:xfrm flipH="1">
            <a:off x="3880422" y="0"/>
            <a:ext cx="1022358" cy="6858000"/>
          </a:xfrm>
          <a:custGeom>
            <a:avLst/>
            <a:gdLst>
              <a:gd name="connsiteX0" fmla="*/ 768834 w 1022358"/>
              <a:gd name="connsiteY0" fmla="*/ 0 h 6858000"/>
              <a:gd name="connsiteX1" fmla="*/ 1005982 w 1022358"/>
              <a:gd name="connsiteY1" fmla="*/ 0 h 6858000"/>
              <a:gd name="connsiteX2" fmla="*/ 1009847 w 1022358"/>
              <a:gd name="connsiteY2" fmla="*/ 31316 h 6858000"/>
              <a:gd name="connsiteX3" fmla="*/ 341247 w 1022358"/>
              <a:gd name="connsiteY3" fmla="*/ 4176390 h 6858000"/>
              <a:gd name="connsiteX4" fmla="*/ 522246 w 1022358"/>
              <a:gd name="connsiteY4" fmla="*/ 6776573 h 6858000"/>
              <a:gd name="connsiteX5" fmla="*/ 537283 w 1022358"/>
              <a:gd name="connsiteY5" fmla="*/ 6858000 h 6858000"/>
              <a:gd name="connsiteX6" fmla="*/ 343740 w 1022358"/>
              <a:gd name="connsiteY6" fmla="*/ 6858000 h 6858000"/>
              <a:gd name="connsiteX7" fmla="*/ 341085 w 1022358"/>
              <a:gd name="connsiteY7" fmla="*/ 6824530 h 6858000"/>
              <a:gd name="connsiteX8" fmla="*/ 64995 w 1022358"/>
              <a:gd name="connsiteY8" fmla="*/ 3402712 h 6858000"/>
              <a:gd name="connsiteX9" fmla="*/ 766468 w 1022358"/>
              <a:gd name="connsiteY9" fmla="*/ 3158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2358" h="6858000">
                <a:moveTo>
                  <a:pt x="768834" y="0"/>
                </a:moveTo>
                <a:lnTo>
                  <a:pt x="1005982" y="0"/>
                </a:lnTo>
                <a:lnTo>
                  <a:pt x="1009847" y="31316"/>
                </a:lnTo>
                <a:cubicBezTo>
                  <a:pt x="1116447" y="1344814"/>
                  <a:pt x="511620" y="2956996"/>
                  <a:pt x="341247" y="4176390"/>
                </a:cubicBezTo>
                <a:cubicBezTo>
                  <a:pt x="195220" y="5221592"/>
                  <a:pt x="367751" y="5981827"/>
                  <a:pt x="522246" y="6776573"/>
                </a:cubicBezTo>
                <a:lnTo>
                  <a:pt x="537283" y="6858000"/>
                </a:lnTo>
                <a:lnTo>
                  <a:pt x="343740" y="6858000"/>
                </a:lnTo>
                <a:lnTo>
                  <a:pt x="341085" y="6824530"/>
                </a:lnTo>
                <a:cubicBezTo>
                  <a:pt x="214611" y="5685264"/>
                  <a:pt x="-146378" y="4793885"/>
                  <a:pt x="64995" y="3402712"/>
                </a:cubicBezTo>
                <a:cubicBezTo>
                  <a:pt x="215268" y="2413681"/>
                  <a:pt x="655432" y="1168808"/>
                  <a:pt x="766468" y="31586"/>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2" name="Picture Placeholder 11">
            <a:extLst>
              <a:ext uri="{FF2B5EF4-FFF2-40B4-BE49-F238E27FC236}">
                <a16:creationId xmlns:a16="http://schemas.microsoft.com/office/drawing/2014/main" id="{6BD9DE43-31F4-89E5-CCA5-DB3D1A80476F}"/>
              </a:ext>
            </a:extLst>
          </p:cNvPr>
          <p:cNvSpPr>
            <a:spLocks noGrp="1"/>
          </p:cNvSpPr>
          <p:nvPr>
            <p:ph type="pic" sz="quarter" idx="12"/>
          </p:nvPr>
        </p:nvSpPr>
        <p:spPr>
          <a:xfrm>
            <a:off x="0" y="0"/>
            <a:ext cx="4626938" cy="6858000"/>
          </a:xfrm>
          <a:custGeom>
            <a:avLst/>
            <a:gdLst>
              <a:gd name="connsiteX0" fmla="*/ 0 w 4626938"/>
              <a:gd name="connsiteY0" fmla="*/ 0 h 6858000"/>
              <a:gd name="connsiteX1" fmla="*/ 3906958 w 4626938"/>
              <a:gd name="connsiteY1" fmla="*/ 0 h 6858000"/>
              <a:gd name="connsiteX2" fmla="*/ 3903093 w 4626938"/>
              <a:gd name="connsiteY2" fmla="*/ 31316 h 6858000"/>
              <a:gd name="connsiteX3" fmla="*/ 4571693 w 4626938"/>
              <a:gd name="connsiteY3" fmla="*/ 4176390 h 6858000"/>
              <a:gd name="connsiteX4" fmla="*/ 4390694 w 4626938"/>
              <a:gd name="connsiteY4" fmla="*/ 6776573 h 6858000"/>
              <a:gd name="connsiteX5" fmla="*/ 4375657 w 4626938"/>
              <a:gd name="connsiteY5" fmla="*/ 6858000 h 6858000"/>
              <a:gd name="connsiteX6" fmla="*/ 0 w 46269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26938" h="6858000">
                <a:moveTo>
                  <a:pt x="0" y="0"/>
                </a:moveTo>
                <a:lnTo>
                  <a:pt x="3906958" y="0"/>
                </a:lnTo>
                <a:lnTo>
                  <a:pt x="3903093" y="31316"/>
                </a:lnTo>
                <a:cubicBezTo>
                  <a:pt x="3796493" y="1344814"/>
                  <a:pt x="4401320" y="2956996"/>
                  <a:pt x="4571693" y="4176390"/>
                </a:cubicBezTo>
                <a:cubicBezTo>
                  <a:pt x="4717720" y="5221592"/>
                  <a:pt x="4545189" y="5981827"/>
                  <a:pt x="4390694" y="6776573"/>
                </a:cubicBezTo>
                <a:lnTo>
                  <a:pt x="4375657" y="6858000"/>
                </a:lnTo>
                <a:lnTo>
                  <a:pt x="0" y="6858000"/>
                </a:ln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Tree>
    <p:extLst>
      <p:ext uri="{BB962C8B-B14F-4D97-AF65-F5344CB8AC3E}">
        <p14:creationId xmlns:p14="http://schemas.microsoft.com/office/powerpoint/2010/main" val="34210241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_Photo-Big_right_dark">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71" y="549476"/>
            <a:ext cx="5541929" cy="1131687"/>
          </a:xfrm>
        </p:spPr>
        <p:txBody>
          <a:bodyPr/>
          <a:lstStyle>
            <a:lvl1pPr>
              <a:defRPr>
                <a:solidFill>
                  <a:schemeClr val="bg2"/>
                </a:solidFill>
              </a:defRPr>
            </a:lvl1p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554071" y="2723948"/>
            <a:ext cx="5541929" cy="3584777"/>
          </a:xfrm>
          <a:prstGeom prst="rect">
            <a:avLst/>
          </a:prstGeom>
        </p:spPr>
        <p:txBody>
          <a:bodyPr vert="horz" lIns="0" tIns="0" rIns="0" bIns="0" rtlCol="0">
            <a:normAutofit/>
          </a:bodyPr>
          <a:lstStyle>
            <a:lvl1pPr marL="0" indent="0">
              <a:buNone/>
              <a:defRPr sz="1200">
                <a:solidFill>
                  <a:schemeClr val="bg2"/>
                </a:solidFill>
              </a:defRPr>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554071" y="2119540"/>
            <a:ext cx="5541929" cy="444507"/>
          </a:xfrm>
        </p:spPr>
        <p:txBody>
          <a:bodyPr/>
          <a:lstStyle>
            <a:lvl1pPr marL="0" indent="0">
              <a:buNone/>
              <a:defRPr b="1">
                <a:solidFill>
                  <a:schemeClr val="bg2"/>
                </a:solidFill>
              </a:defRPr>
            </a:lvl1pPr>
          </a:lstStyle>
          <a:p>
            <a:pPr lvl="0"/>
            <a:r>
              <a:rPr lang="en-US"/>
              <a:t>Click to edit Master text styles</a:t>
            </a:r>
          </a:p>
        </p:txBody>
      </p:sp>
      <p:sp>
        <p:nvSpPr>
          <p:cNvPr id="29" name="Freeform 28">
            <a:extLst>
              <a:ext uri="{FF2B5EF4-FFF2-40B4-BE49-F238E27FC236}">
                <a16:creationId xmlns:a16="http://schemas.microsoft.com/office/drawing/2014/main" id="{0A243FFF-8D05-DB6D-9184-BB0FF22C1C35}"/>
              </a:ext>
            </a:extLst>
          </p:cNvPr>
          <p:cNvSpPr/>
          <p:nvPr userDrawn="1"/>
        </p:nvSpPr>
        <p:spPr>
          <a:xfrm>
            <a:off x="6881685" y="0"/>
            <a:ext cx="1174594" cy="6858000"/>
          </a:xfrm>
          <a:custGeom>
            <a:avLst/>
            <a:gdLst>
              <a:gd name="connsiteX0" fmla="*/ 771494 w 1174594"/>
              <a:gd name="connsiteY0" fmla="*/ 0 h 6858000"/>
              <a:gd name="connsiteX1" fmla="*/ 1174594 w 1174594"/>
              <a:gd name="connsiteY1" fmla="*/ 0 h 6858000"/>
              <a:gd name="connsiteX2" fmla="*/ 1161444 w 1174594"/>
              <a:gd name="connsiteY2" fmla="*/ 144397 h 6858000"/>
              <a:gd name="connsiteX3" fmla="*/ 472003 w 1174594"/>
              <a:gd name="connsiteY3" fmla="*/ 3402712 h 6858000"/>
              <a:gd name="connsiteX4" fmla="*/ 748093 w 1174594"/>
              <a:gd name="connsiteY4" fmla="*/ 6824530 h 6858000"/>
              <a:gd name="connsiteX5" fmla="*/ 750748 w 1174594"/>
              <a:gd name="connsiteY5" fmla="*/ 6858000 h 6858000"/>
              <a:gd name="connsiteX6" fmla="*/ 217344 w 1174594"/>
              <a:gd name="connsiteY6" fmla="*/ 6858000 h 6858000"/>
              <a:gd name="connsiteX7" fmla="*/ 214865 w 1174594"/>
              <a:gd name="connsiteY7" fmla="*/ 6843618 h 6858000"/>
              <a:gd name="connsiteX8" fmla="*/ 64995 w 1174594"/>
              <a:gd name="connsiteY8" fmla="*/ 4241454 h 6858000"/>
              <a:gd name="connsiteX9" fmla="*/ 783146 w 1174594"/>
              <a:gd name="connsiteY9" fmla="*/ 1046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4594" h="6858000">
                <a:moveTo>
                  <a:pt x="771494" y="0"/>
                </a:moveTo>
                <a:lnTo>
                  <a:pt x="1174594" y="0"/>
                </a:lnTo>
                <a:lnTo>
                  <a:pt x="1161444" y="144397"/>
                </a:lnTo>
                <a:cubicBezTo>
                  <a:pt x="1033733" y="1250609"/>
                  <a:pt x="617322" y="2446286"/>
                  <a:pt x="472003" y="3402712"/>
                </a:cubicBezTo>
                <a:cubicBezTo>
                  <a:pt x="260630" y="4793885"/>
                  <a:pt x="621619" y="5685263"/>
                  <a:pt x="748093" y="6824530"/>
                </a:cubicBezTo>
                <a:lnTo>
                  <a:pt x="750748" y="6858000"/>
                </a:lnTo>
                <a:lnTo>
                  <a:pt x="217344" y="6858000"/>
                </a:lnTo>
                <a:lnTo>
                  <a:pt x="214865" y="6843618"/>
                </a:lnTo>
                <a:cubicBezTo>
                  <a:pt x="69890" y="6047077"/>
                  <a:pt x="-93534" y="5284828"/>
                  <a:pt x="64995" y="4241454"/>
                </a:cubicBezTo>
                <a:cubicBezTo>
                  <a:pt x="249947" y="3024186"/>
                  <a:pt x="874015" y="1419367"/>
                  <a:pt x="783146" y="104685"/>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3" name="Freeform 32">
            <a:extLst>
              <a:ext uri="{FF2B5EF4-FFF2-40B4-BE49-F238E27FC236}">
                <a16:creationId xmlns:a16="http://schemas.microsoft.com/office/drawing/2014/main" id="{7ABAEECC-CEEE-7426-95F0-433CD5D0628E}"/>
              </a:ext>
            </a:extLst>
          </p:cNvPr>
          <p:cNvSpPr/>
          <p:nvPr userDrawn="1"/>
        </p:nvSpPr>
        <p:spPr>
          <a:xfrm>
            <a:off x="7288693" y="0"/>
            <a:ext cx="1022358" cy="6858000"/>
          </a:xfrm>
          <a:custGeom>
            <a:avLst/>
            <a:gdLst>
              <a:gd name="connsiteX0" fmla="*/ 768834 w 1022358"/>
              <a:gd name="connsiteY0" fmla="*/ 0 h 6858000"/>
              <a:gd name="connsiteX1" fmla="*/ 1005982 w 1022358"/>
              <a:gd name="connsiteY1" fmla="*/ 0 h 6858000"/>
              <a:gd name="connsiteX2" fmla="*/ 1009847 w 1022358"/>
              <a:gd name="connsiteY2" fmla="*/ 31316 h 6858000"/>
              <a:gd name="connsiteX3" fmla="*/ 341247 w 1022358"/>
              <a:gd name="connsiteY3" fmla="*/ 4176390 h 6858000"/>
              <a:gd name="connsiteX4" fmla="*/ 522246 w 1022358"/>
              <a:gd name="connsiteY4" fmla="*/ 6776573 h 6858000"/>
              <a:gd name="connsiteX5" fmla="*/ 537283 w 1022358"/>
              <a:gd name="connsiteY5" fmla="*/ 6858000 h 6858000"/>
              <a:gd name="connsiteX6" fmla="*/ 343740 w 1022358"/>
              <a:gd name="connsiteY6" fmla="*/ 6858000 h 6858000"/>
              <a:gd name="connsiteX7" fmla="*/ 341085 w 1022358"/>
              <a:gd name="connsiteY7" fmla="*/ 6824530 h 6858000"/>
              <a:gd name="connsiteX8" fmla="*/ 64995 w 1022358"/>
              <a:gd name="connsiteY8" fmla="*/ 3402712 h 6858000"/>
              <a:gd name="connsiteX9" fmla="*/ 766468 w 1022358"/>
              <a:gd name="connsiteY9" fmla="*/ 3158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2358" h="6858000">
                <a:moveTo>
                  <a:pt x="768834" y="0"/>
                </a:moveTo>
                <a:lnTo>
                  <a:pt x="1005982" y="0"/>
                </a:lnTo>
                <a:lnTo>
                  <a:pt x="1009847" y="31316"/>
                </a:lnTo>
                <a:cubicBezTo>
                  <a:pt x="1116447" y="1344814"/>
                  <a:pt x="511620" y="2956996"/>
                  <a:pt x="341247" y="4176390"/>
                </a:cubicBezTo>
                <a:cubicBezTo>
                  <a:pt x="195220" y="5221592"/>
                  <a:pt x="367751" y="5981827"/>
                  <a:pt x="522246" y="6776573"/>
                </a:cubicBezTo>
                <a:lnTo>
                  <a:pt x="537283" y="6858000"/>
                </a:lnTo>
                <a:lnTo>
                  <a:pt x="343740" y="6858000"/>
                </a:lnTo>
                <a:lnTo>
                  <a:pt x="341085" y="6824530"/>
                </a:lnTo>
                <a:cubicBezTo>
                  <a:pt x="214611" y="5685264"/>
                  <a:pt x="-146378" y="4793885"/>
                  <a:pt x="64995" y="3402712"/>
                </a:cubicBezTo>
                <a:cubicBezTo>
                  <a:pt x="215268" y="2413681"/>
                  <a:pt x="655432" y="1168808"/>
                  <a:pt x="766468" y="31586"/>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6" name="Picture Placeholder 35">
            <a:extLst>
              <a:ext uri="{FF2B5EF4-FFF2-40B4-BE49-F238E27FC236}">
                <a16:creationId xmlns:a16="http://schemas.microsoft.com/office/drawing/2014/main" id="{95AB918B-2E59-DAB9-A333-D1C66DCE70E5}"/>
              </a:ext>
            </a:extLst>
          </p:cNvPr>
          <p:cNvSpPr>
            <a:spLocks noGrp="1"/>
          </p:cNvSpPr>
          <p:nvPr>
            <p:ph type="pic" sz="quarter" idx="12"/>
          </p:nvPr>
        </p:nvSpPr>
        <p:spPr>
          <a:xfrm>
            <a:off x="7574694" y="0"/>
            <a:ext cx="4617306" cy="6858000"/>
          </a:xfrm>
          <a:custGeom>
            <a:avLst/>
            <a:gdLst>
              <a:gd name="connsiteX0" fmla="*/ 719981 w 4617306"/>
              <a:gd name="connsiteY0" fmla="*/ 0 h 6858000"/>
              <a:gd name="connsiteX1" fmla="*/ 4617306 w 4617306"/>
              <a:gd name="connsiteY1" fmla="*/ 0 h 6858000"/>
              <a:gd name="connsiteX2" fmla="*/ 4617306 w 4617306"/>
              <a:gd name="connsiteY2" fmla="*/ 6858000 h 6858000"/>
              <a:gd name="connsiteX3" fmla="*/ 251282 w 4617306"/>
              <a:gd name="connsiteY3" fmla="*/ 6858000 h 6858000"/>
              <a:gd name="connsiteX4" fmla="*/ 236245 w 4617306"/>
              <a:gd name="connsiteY4" fmla="*/ 6776573 h 6858000"/>
              <a:gd name="connsiteX5" fmla="*/ 55246 w 4617306"/>
              <a:gd name="connsiteY5" fmla="*/ 4176390 h 6858000"/>
              <a:gd name="connsiteX6" fmla="*/ 723846 w 4617306"/>
              <a:gd name="connsiteY6" fmla="*/ 313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17306" h="6858000">
                <a:moveTo>
                  <a:pt x="719981" y="0"/>
                </a:moveTo>
                <a:lnTo>
                  <a:pt x="4617306" y="0"/>
                </a:lnTo>
                <a:lnTo>
                  <a:pt x="4617306" y="6858000"/>
                </a:lnTo>
                <a:lnTo>
                  <a:pt x="251282" y="6858000"/>
                </a:lnTo>
                <a:lnTo>
                  <a:pt x="236245" y="6776573"/>
                </a:lnTo>
                <a:cubicBezTo>
                  <a:pt x="81750" y="5981827"/>
                  <a:pt x="-90781" y="5221592"/>
                  <a:pt x="55246" y="4176390"/>
                </a:cubicBezTo>
                <a:cubicBezTo>
                  <a:pt x="225619" y="2956996"/>
                  <a:pt x="830446" y="1344814"/>
                  <a:pt x="723846" y="31316"/>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Tree>
    <p:extLst>
      <p:ext uri="{BB962C8B-B14F-4D97-AF65-F5344CB8AC3E}">
        <p14:creationId xmlns:p14="http://schemas.microsoft.com/office/powerpoint/2010/main" val="33980460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_Photo-Big_left_dark">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6096000" y="549476"/>
            <a:ext cx="5545138" cy="1131687"/>
          </a:xfrm>
        </p:spPr>
        <p:txBody>
          <a:bodyPr/>
          <a:lstStyle>
            <a:lvl1pPr>
              <a:defRPr>
                <a:solidFill>
                  <a:schemeClr val="bg2"/>
                </a:solidFill>
              </a:defRPr>
            </a:lvl1p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6096000" y="2723948"/>
            <a:ext cx="5545138" cy="3584576"/>
          </a:xfrm>
          <a:prstGeom prst="rect">
            <a:avLst/>
          </a:prstGeom>
        </p:spPr>
        <p:txBody>
          <a:bodyPr vert="horz" lIns="0" tIns="0" rIns="0" bIns="0" rtlCol="0">
            <a:normAutofit/>
          </a:bodyPr>
          <a:lstStyle>
            <a:lvl1pPr marL="0" indent="0">
              <a:buNone/>
              <a:defRPr sz="1200">
                <a:solidFill>
                  <a:schemeClr val="bg2"/>
                </a:solidFill>
              </a:defRPr>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6096000" y="2119540"/>
            <a:ext cx="5545138" cy="444507"/>
          </a:xfrm>
        </p:spPr>
        <p:txBody>
          <a:bodyPr/>
          <a:lstStyle>
            <a:lvl1pPr marL="0" indent="0">
              <a:buNone/>
              <a:defRPr b="1">
                <a:solidFill>
                  <a:schemeClr val="bg2"/>
                </a:solidFill>
              </a:defRPr>
            </a:lvl1pPr>
          </a:lstStyle>
          <a:p>
            <a:pPr lvl="0"/>
            <a:r>
              <a:rPr lang="en-US"/>
              <a:t>Click to edit Master text styles</a:t>
            </a:r>
          </a:p>
        </p:txBody>
      </p:sp>
      <p:sp>
        <p:nvSpPr>
          <p:cNvPr id="29" name="Freeform 28">
            <a:extLst>
              <a:ext uri="{FF2B5EF4-FFF2-40B4-BE49-F238E27FC236}">
                <a16:creationId xmlns:a16="http://schemas.microsoft.com/office/drawing/2014/main" id="{0A243FFF-8D05-DB6D-9184-BB0FF22C1C35}"/>
              </a:ext>
            </a:extLst>
          </p:cNvPr>
          <p:cNvSpPr/>
          <p:nvPr userDrawn="1"/>
        </p:nvSpPr>
        <p:spPr>
          <a:xfrm flipH="1">
            <a:off x="4130148" y="0"/>
            <a:ext cx="1174594" cy="6858000"/>
          </a:xfrm>
          <a:custGeom>
            <a:avLst/>
            <a:gdLst>
              <a:gd name="connsiteX0" fmla="*/ 771494 w 1174594"/>
              <a:gd name="connsiteY0" fmla="*/ 0 h 6858000"/>
              <a:gd name="connsiteX1" fmla="*/ 1174594 w 1174594"/>
              <a:gd name="connsiteY1" fmla="*/ 0 h 6858000"/>
              <a:gd name="connsiteX2" fmla="*/ 1161444 w 1174594"/>
              <a:gd name="connsiteY2" fmla="*/ 144397 h 6858000"/>
              <a:gd name="connsiteX3" fmla="*/ 472003 w 1174594"/>
              <a:gd name="connsiteY3" fmla="*/ 3402712 h 6858000"/>
              <a:gd name="connsiteX4" fmla="*/ 748093 w 1174594"/>
              <a:gd name="connsiteY4" fmla="*/ 6824530 h 6858000"/>
              <a:gd name="connsiteX5" fmla="*/ 750748 w 1174594"/>
              <a:gd name="connsiteY5" fmla="*/ 6858000 h 6858000"/>
              <a:gd name="connsiteX6" fmla="*/ 217344 w 1174594"/>
              <a:gd name="connsiteY6" fmla="*/ 6858000 h 6858000"/>
              <a:gd name="connsiteX7" fmla="*/ 214865 w 1174594"/>
              <a:gd name="connsiteY7" fmla="*/ 6843618 h 6858000"/>
              <a:gd name="connsiteX8" fmla="*/ 64995 w 1174594"/>
              <a:gd name="connsiteY8" fmla="*/ 4241454 h 6858000"/>
              <a:gd name="connsiteX9" fmla="*/ 783146 w 1174594"/>
              <a:gd name="connsiteY9" fmla="*/ 1046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4594" h="6858000">
                <a:moveTo>
                  <a:pt x="771494" y="0"/>
                </a:moveTo>
                <a:lnTo>
                  <a:pt x="1174594" y="0"/>
                </a:lnTo>
                <a:lnTo>
                  <a:pt x="1161444" y="144397"/>
                </a:lnTo>
                <a:cubicBezTo>
                  <a:pt x="1033733" y="1250609"/>
                  <a:pt x="617322" y="2446286"/>
                  <a:pt x="472003" y="3402712"/>
                </a:cubicBezTo>
                <a:cubicBezTo>
                  <a:pt x="260630" y="4793885"/>
                  <a:pt x="621619" y="5685263"/>
                  <a:pt x="748093" y="6824530"/>
                </a:cubicBezTo>
                <a:lnTo>
                  <a:pt x="750748" y="6858000"/>
                </a:lnTo>
                <a:lnTo>
                  <a:pt x="217344" y="6858000"/>
                </a:lnTo>
                <a:lnTo>
                  <a:pt x="214865" y="6843618"/>
                </a:lnTo>
                <a:cubicBezTo>
                  <a:pt x="69890" y="6047077"/>
                  <a:pt x="-93534" y="5284828"/>
                  <a:pt x="64995" y="4241454"/>
                </a:cubicBezTo>
                <a:cubicBezTo>
                  <a:pt x="249947" y="3024186"/>
                  <a:pt x="874015" y="1419367"/>
                  <a:pt x="783146" y="104685"/>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 name="Freeform 6">
            <a:extLst>
              <a:ext uri="{FF2B5EF4-FFF2-40B4-BE49-F238E27FC236}">
                <a16:creationId xmlns:a16="http://schemas.microsoft.com/office/drawing/2014/main" id="{C40030E4-B36C-592E-E057-414B265596F4}"/>
              </a:ext>
            </a:extLst>
          </p:cNvPr>
          <p:cNvSpPr/>
          <p:nvPr userDrawn="1"/>
        </p:nvSpPr>
        <p:spPr>
          <a:xfrm flipH="1">
            <a:off x="3880422" y="0"/>
            <a:ext cx="1022358" cy="6858000"/>
          </a:xfrm>
          <a:custGeom>
            <a:avLst/>
            <a:gdLst>
              <a:gd name="connsiteX0" fmla="*/ 768834 w 1022358"/>
              <a:gd name="connsiteY0" fmla="*/ 0 h 6858000"/>
              <a:gd name="connsiteX1" fmla="*/ 1005982 w 1022358"/>
              <a:gd name="connsiteY1" fmla="*/ 0 h 6858000"/>
              <a:gd name="connsiteX2" fmla="*/ 1009847 w 1022358"/>
              <a:gd name="connsiteY2" fmla="*/ 31316 h 6858000"/>
              <a:gd name="connsiteX3" fmla="*/ 341247 w 1022358"/>
              <a:gd name="connsiteY3" fmla="*/ 4176390 h 6858000"/>
              <a:gd name="connsiteX4" fmla="*/ 522246 w 1022358"/>
              <a:gd name="connsiteY4" fmla="*/ 6776573 h 6858000"/>
              <a:gd name="connsiteX5" fmla="*/ 537283 w 1022358"/>
              <a:gd name="connsiteY5" fmla="*/ 6858000 h 6858000"/>
              <a:gd name="connsiteX6" fmla="*/ 343740 w 1022358"/>
              <a:gd name="connsiteY6" fmla="*/ 6858000 h 6858000"/>
              <a:gd name="connsiteX7" fmla="*/ 341085 w 1022358"/>
              <a:gd name="connsiteY7" fmla="*/ 6824530 h 6858000"/>
              <a:gd name="connsiteX8" fmla="*/ 64995 w 1022358"/>
              <a:gd name="connsiteY8" fmla="*/ 3402712 h 6858000"/>
              <a:gd name="connsiteX9" fmla="*/ 766468 w 1022358"/>
              <a:gd name="connsiteY9" fmla="*/ 3158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2358" h="6858000">
                <a:moveTo>
                  <a:pt x="768834" y="0"/>
                </a:moveTo>
                <a:lnTo>
                  <a:pt x="1005982" y="0"/>
                </a:lnTo>
                <a:lnTo>
                  <a:pt x="1009847" y="31316"/>
                </a:lnTo>
                <a:cubicBezTo>
                  <a:pt x="1116447" y="1344814"/>
                  <a:pt x="511620" y="2956996"/>
                  <a:pt x="341247" y="4176390"/>
                </a:cubicBezTo>
                <a:cubicBezTo>
                  <a:pt x="195220" y="5221592"/>
                  <a:pt x="367751" y="5981827"/>
                  <a:pt x="522246" y="6776573"/>
                </a:cubicBezTo>
                <a:lnTo>
                  <a:pt x="537283" y="6858000"/>
                </a:lnTo>
                <a:lnTo>
                  <a:pt x="343740" y="6858000"/>
                </a:lnTo>
                <a:lnTo>
                  <a:pt x="341085" y="6824530"/>
                </a:lnTo>
                <a:cubicBezTo>
                  <a:pt x="214611" y="5685264"/>
                  <a:pt x="-146378" y="4793885"/>
                  <a:pt x="64995" y="3402712"/>
                </a:cubicBezTo>
                <a:cubicBezTo>
                  <a:pt x="215268" y="2413681"/>
                  <a:pt x="655432" y="1168808"/>
                  <a:pt x="766468" y="31586"/>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2" name="Picture Placeholder 11">
            <a:extLst>
              <a:ext uri="{FF2B5EF4-FFF2-40B4-BE49-F238E27FC236}">
                <a16:creationId xmlns:a16="http://schemas.microsoft.com/office/drawing/2014/main" id="{6BD9DE43-31F4-89E5-CCA5-DB3D1A80476F}"/>
              </a:ext>
            </a:extLst>
          </p:cNvPr>
          <p:cNvSpPr>
            <a:spLocks noGrp="1"/>
          </p:cNvSpPr>
          <p:nvPr>
            <p:ph type="pic" sz="quarter" idx="12"/>
          </p:nvPr>
        </p:nvSpPr>
        <p:spPr>
          <a:xfrm>
            <a:off x="0" y="0"/>
            <a:ext cx="4626938" cy="6858000"/>
          </a:xfrm>
          <a:custGeom>
            <a:avLst/>
            <a:gdLst>
              <a:gd name="connsiteX0" fmla="*/ 0 w 4626938"/>
              <a:gd name="connsiteY0" fmla="*/ 0 h 6858000"/>
              <a:gd name="connsiteX1" fmla="*/ 3906958 w 4626938"/>
              <a:gd name="connsiteY1" fmla="*/ 0 h 6858000"/>
              <a:gd name="connsiteX2" fmla="*/ 3903093 w 4626938"/>
              <a:gd name="connsiteY2" fmla="*/ 31316 h 6858000"/>
              <a:gd name="connsiteX3" fmla="*/ 4571693 w 4626938"/>
              <a:gd name="connsiteY3" fmla="*/ 4176390 h 6858000"/>
              <a:gd name="connsiteX4" fmla="*/ 4390694 w 4626938"/>
              <a:gd name="connsiteY4" fmla="*/ 6776573 h 6858000"/>
              <a:gd name="connsiteX5" fmla="*/ 4375657 w 4626938"/>
              <a:gd name="connsiteY5" fmla="*/ 6858000 h 6858000"/>
              <a:gd name="connsiteX6" fmla="*/ 0 w 46269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26938" h="6858000">
                <a:moveTo>
                  <a:pt x="0" y="0"/>
                </a:moveTo>
                <a:lnTo>
                  <a:pt x="3906958" y="0"/>
                </a:lnTo>
                <a:lnTo>
                  <a:pt x="3903093" y="31316"/>
                </a:lnTo>
                <a:cubicBezTo>
                  <a:pt x="3796493" y="1344814"/>
                  <a:pt x="4401320" y="2956996"/>
                  <a:pt x="4571693" y="4176390"/>
                </a:cubicBezTo>
                <a:cubicBezTo>
                  <a:pt x="4717720" y="5221592"/>
                  <a:pt x="4545189" y="5981827"/>
                  <a:pt x="4390694" y="6776573"/>
                </a:cubicBezTo>
                <a:lnTo>
                  <a:pt x="4375657" y="6858000"/>
                </a:lnTo>
                <a:lnTo>
                  <a:pt x="0" y="6858000"/>
                </a:ln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Tree>
    <p:extLst>
      <p:ext uri="{BB962C8B-B14F-4D97-AF65-F5344CB8AC3E}">
        <p14:creationId xmlns:p14="http://schemas.microsoft.com/office/powerpoint/2010/main" val="21657131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hapter_light">
    <p:bg>
      <p:bgPr>
        <a:solidFill>
          <a:schemeClr val="accent4"/>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7" name="Picture Placeholder 16">
            <a:extLst>
              <a:ext uri="{FF2B5EF4-FFF2-40B4-BE49-F238E27FC236}">
                <a16:creationId xmlns:a16="http://schemas.microsoft.com/office/drawing/2014/main" id="{8E00BA19-5C35-CDE1-774D-9BBD0B7B5956}"/>
              </a:ext>
            </a:extLst>
          </p:cNvPr>
          <p:cNvSpPr>
            <a:spLocks noGrp="1"/>
          </p:cNvSpPr>
          <p:nvPr>
            <p:ph type="pic" sz="quarter" idx="12"/>
          </p:nvPr>
        </p:nvSpPr>
        <p:spPr>
          <a:xfrm>
            <a:off x="810433" y="1222310"/>
            <a:ext cx="4651685" cy="4765704"/>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n-US" noProof="0"/>
              <a:t>Click icon to add picture</a:t>
            </a:r>
            <a:endParaRPr lang="en-GB" noProof="0"/>
          </a:p>
        </p:txBody>
      </p:sp>
      <p:sp>
        <p:nvSpPr>
          <p:cNvPr id="15" name="Freeform 14">
            <a:extLst>
              <a:ext uri="{FF2B5EF4-FFF2-40B4-BE49-F238E27FC236}">
                <a16:creationId xmlns:a16="http://schemas.microsoft.com/office/drawing/2014/main" id="{C1FEEDD8-28AA-BE3E-02E2-170FFB40470C}"/>
              </a:ext>
            </a:extLst>
          </p:cNvPr>
          <p:cNvSpPr/>
          <p:nvPr userDrawn="1"/>
        </p:nvSpPr>
        <p:spPr>
          <a:xfrm>
            <a:off x="6296481" y="-351"/>
            <a:ext cx="5895520" cy="1951072"/>
          </a:xfrm>
          <a:custGeom>
            <a:avLst/>
            <a:gdLst>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58756 w 9855101"/>
              <a:gd name="connsiteY7" fmla="*/ 8327921 h 12126752"/>
              <a:gd name="connsiteX8" fmla="*/ 592520 w 9855101"/>
              <a:gd name="connsiteY8" fmla="*/ 5251217 h 12126752"/>
              <a:gd name="connsiteX9" fmla="*/ 1635363 w 9855101"/>
              <a:gd name="connsiteY9" fmla="*/ 1999091 h 12126752"/>
              <a:gd name="connsiteX10" fmla="*/ 4494042 w 9855101"/>
              <a:gd name="connsiteY10" fmla="*/ 81983 h 12126752"/>
              <a:gd name="connsiteX11" fmla="*/ 7570489 w 9855101"/>
              <a:gd name="connsiteY11"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1732972 w 9855101"/>
              <a:gd name="connsiteY0" fmla="*/ 10121772 h 12126752"/>
              <a:gd name="connsiteX1" fmla="*/ 58756 w 9855101"/>
              <a:gd name="connsiteY1" fmla="*/ 8327921 h 12126752"/>
              <a:gd name="connsiteX2" fmla="*/ 592520 w 9855101"/>
              <a:gd name="connsiteY2" fmla="*/ 5251217 h 12126752"/>
              <a:gd name="connsiteX3" fmla="*/ 1635363 w 9855101"/>
              <a:gd name="connsiteY3" fmla="*/ 1999091 h 12126752"/>
              <a:gd name="connsiteX4" fmla="*/ 4494042 w 9855101"/>
              <a:gd name="connsiteY4" fmla="*/ 81983 h 12126752"/>
              <a:gd name="connsiteX5" fmla="*/ 7570489 w 9855101"/>
              <a:gd name="connsiteY5" fmla="*/ 1003774 h 12126752"/>
              <a:gd name="connsiteX6" fmla="*/ 8284143 w 9855101"/>
              <a:gd name="connsiteY6" fmla="*/ 4475255 h 12126752"/>
              <a:gd name="connsiteX7" fmla="*/ 9328763 w 9855101"/>
              <a:gd name="connsiteY7" fmla="*/ 6829838 h 12126752"/>
              <a:gd name="connsiteX8" fmla="*/ 9809249 w 9855101"/>
              <a:gd name="connsiteY8" fmla="*/ 9689785 h 12126752"/>
              <a:gd name="connsiteX9" fmla="*/ 8188160 w 9855101"/>
              <a:gd name="connsiteY9" fmla="*/ 12097161 h 12126752"/>
              <a:gd name="connsiteX10" fmla="*/ 5048943 w 9855101"/>
              <a:gd name="connsiteY10" fmla="*/ 11120830 h 12126752"/>
              <a:gd name="connsiteX11" fmla="*/ 2105409 w 9855101"/>
              <a:gd name="connsiteY11" fmla="*/ 10306958 h 12126752"/>
              <a:gd name="connsiteX12" fmla="*/ 1824412 w 9855101"/>
              <a:gd name="connsiteY12" fmla="*/ 10213212 h 12126752"/>
              <a:gd name="connsiteX0" fmla="*/ 962938 w 9806427"/>
              <a:gd name="connsiteY0" fmla="*/ 10203052 h 12126752"/>
              <a:gd name="connsiteX1" fmla="*/ 10082 w 9806427"/>
              <a:gd name="connsiteY1" fmla="*/ 8327921 h 12126752"/>
              <a:gd name="connsiteX2" fmla="*/ 543846 w 9806427"/>
              <a:gd name="connsiteY2" fmla="*/ 5251217 h 12126752"/>
              <a:gd name="connsiteX3" fmla="*/ 1586689 w 9806427"/>
              <a:gd name="connsiteY3" fmla="*/ 1999091 h 12126752"/>
              <a:gd name="connsiteX4" fmla="*/ 4445368 w 9806427"/>
              <a:gd name="connsiteY4" fmla="*/ 81983 h 12126752"/>
              <a:gd name="connsiteX5" fmla="*/ 7521815 w 9806427"/>
              <a:gd name="connsiteY5" fmla="*/ 1003774 h 12126752"/>
              <a:gd name="connsiteX6" fmla="*/ 8235469 w 9806427"/>
              <a:gd name="connsiteY6" fmla="*/ 4475255 h 12126752"/>
              <a:gd name="connsiteX7" fmla="*/ 9280089 w 9806427"/>
              <a:gd name="connsiteY7" fmla="*/ 6829838 h 12126752"/>
              <a:gd name="connsiteX8" fmla="*/ 9760575 w 9806427"/>
              <a:gd name="connsiteY8" fmla="*/ 9689785 h 12126752"/>
              <a:gd name="connsiteX9" fmla="*/ 8139486 w 9806427"/>
              <a:gd name="connsiteY9" fmla="*/ 12097161 h 12126752"/>
              <a:gd name="connsiteX10" fmla="*/ 5000269 w 9806427"/>
              <a:gd name="connsiteY10" fmla="*/ 11120830 h 12126752"/>
              <a:gd name="connsiteX11" fmla="*/ 2056735 w 9806427"/>
              <a:gd name="connsiteY11" fmla="*/ 10306958 h 12126752"/>
              <a:gd name="connsiteX12" fmla="*/ 1775738 w 9806427"/>
              <a:gd name="connsiteY12" fmla="*/ 10213212 h 1212675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10082 w 9806427"/>
              <a:gd name="connsiteY0" fmla="*/ 8327921 h 12319912"/>
              <a:gd name="connsiteX1" fmla="*/ 543846 w 9806427"/>
              <a:gd name="connsiteY1" fmla="*/ 5251217 h 12319912"/>
              <a:gd name="connsiteX2" fmla="*/ 1586689 w 9806427"/>
              <a:gd name="connsiteY2" fmla="*/ 1999091 h 12319912"/>
              <a:gd name="connsiteX3" fmla="*/ 4445368 w 9806427"/>
              <a:gd name="connsiteY3" fmla="*/ 81983 h 12319912"/>
              <a:gd name="connsiteX4" fmla="*/ 7521815 w 9806427"/>
              <a:gd name="connsiteY4" fmla="*/ 1003774 h 12319912"/>
              <a:gd name="connsiteX5" fmla="*/ 8235469 w 9806427"/>
              <a:gd name="connsiteY5" fmla="*/ 4475255 h 12319912"/>
              <a:gd name="connsiteX6" fmla="*/ 9280089 w 9806427"/>
              <a:gd name="connsiteY6" fmla="*/ 6829838 h 12319912"/>
              <a:gd name="connsiteX7" fmla="*/ 9760575 w 9806427"/>
              <a:gd name="connsiteY7" fmla="*/ 9689785 h 12319912"/>
              <a:gd name="connsiteX8" fmla="*/ 8139486 w 9806427"/>
              <a:gd name="connsiteY8" fmla="*/ 12097161 h 12319912"/>
              <a:gd name="connsiteX9" fmla="*/ 7566938 w 9806427"/>
              <a:gd name="connsiteY9" fmla="*/ 12102972 h 12319912"/>
              <a:gd name="connsiteX10" fmla="*/ 5000269 w 9806427"/>
              <a:gd name="connsiteY10" fmla="*/ 11120830 h 12319912"/>
              <a:gd name="connsiteX11" fmla="*/ 2056735 w 9806427"/>
              <a:gd name="connsiteY11" fmla="*/ 10306958 h 12319912"/>
              <a:gd name="connsiteX12" fmla="*/ 1775738 w 9806427"/>
              <a:gd name="connsiteY12" fmla="*/ 10213212 h 12319912"/>
              <a:gd name="connsiteX0" fmla="*/ 0 w 9262581"/>
              <a:gd name="connsiteY0" fmla="*/ 5251217 h 12319912"/>
              <a:gd name="connsiteX1" fmla="*/ 1042843 w 9262581"/>
              <a:gd name="connsiteY1" fmla="*/ 1999091 h 12319912"/>
              <a:gd name="connsiteX2" fmla="*/ 3901522 w 9262581"/>
              <a:gd name="connsiteY2" fmla="*/ 81983 h 12319912"/>
              <a:gd name="connsiteX3" fmla="*/ 6977969 w 9262581"/>
              <a:gd name="connsiteY3" fmla="*/ 1003774 h 12319912"/>
              <a:gd name="connsiteX4" fmla="*/ 7691623 w 9262581"/>
              <a:gd name="connsiteY4" fmla="*/ 4475255 h 12319912"/>
              <a:gd name="connsiteX5" fmla="*/ 8736243 w 9262581"/>
              <a:gd name="connsiteY5" fmla="*/ 6829838 h 12319912"/>
              <a:gd name="connsiteX6" fmla="*/ 9216729 w 9262581"/>
              <a:gd name="connsiteY6" fmla="*/ 9689785 h 12319912"/>
              <a:gd name="connsiteX7" fmla="*/ 7595640 w 9262581"/>
              <a:gd name="connsiteY7" fmla="*/ 12097161 h 12319912"/>
              <a:gd name="connsiteX8" fmla="*/ 7023092 w 9262581"/>
              <a:gd name="connsiteY8" fmla="*/ 12102972 h 12319912"/>
              <a:gd name="connsiteX9" fmla="*/ 4456423 w 9262581"/>
              <a:gd name="connsiteY9" fmla="*/ 11120830 h 12319912"/>
              <a:gd name="connsiteX10" fmla="*/ 1512889 w 9262581"/>
              <a:gd name="connsiteY10" fmla="*/ 10306958 h 12319912"/>
              <a:gd name="connsiteX11" fmla="*/ 1231892 w 9262581"/>
              <a:gd name="connsiteY11" fmla="*/ 10213212 h 12319912"/>
              <a:gd name="connsiteX0" fmla="*/ 0 w 8219738"/>
              <a:gd name="connsiteY0" fmla="*/ 1999091 h 12319912"/>
              <a:gd name="connsiteX1" fmla="*/ 2858679 w 8219738"/>
              <a:gd name="connsiteY1" fmla="*/ 81983 h 12319912"/>
              <a:gd name="connsiteX2" fmla="*/ 5935126 w 8219738"/>
              <a:gd name="connsiteY2" fmla="*/ 1003774 h 12319912"/>
              <a:gd name="connsiteX3" fmla="*/ 6648780 w 8219738"/>
              <a:gd name="connsiteY3" fmla="*/ 4475255 h 12319912"/>
              <a:gd name="connsiteX4" fmla="*/ 7693400 w 8219738"/>
              <a:gd name="connsiteY4" fmla="*/ 6829838 h 12319912"/>
              <a:gd name="connsiteX5" fmla="*/ 8173886 w 8219738"/>
              <a:gd name="connsiteY5" fmla="*/ 9689785 h 12319912"/>
              <a:gd name="connsiteX6" fmla="*/ 6552797 w 8219738"/>
              <a:gd name="connsiteY6" fmla="*/ 12097161 h 12319912"/>
              <a:gd name="connsiteX7" fmla="*/ 5980249 w 8219738"/>
              <a:gd name="connsiteY7" fmla="*/ 12102972 h 12319912"/>
              <a:gd name="connsiteX8" fmla="*/ 3413580 w 8219738"/>
              <a:gd name="connsiteY8" fmla="*/ 11120830 h 12319912"/>
              <a:gd name="connsiteX9" fmla="*/ 470046 w 8219738"/>
              <a:gd name="connsiteY9" fmla="*/ 10306958 h 12319912"/>
              <a:gd name="connsiteX10" fmla="*/ 189049 w 8219738"/>
              <a:gd name="connsiteY10" fmla="*/ 10213212 h 12319912"/>
              <a:gd name="connsiteX0" fmla="*/ 2773950 w 8135009"/>
              <a:gd name="connsiteY0" fmla="*/ 81983 h 12319912"/>
              <a:gd name="connsiteX1" fmla="*/ 5850397 w 8135009"/>
              <a:gd name="connsiteY1" fmla="*/ 1003774 h 12319912"/>
              <a:gd name="connsiteX2" fmla="*/ 6564051 w 8135009"/>
              <a:gd name="connsiteY2" fmla="*/ 4475255 h 12319912"/>
              <a:gd name="connsiteX3" fmla="*/ 7608671 w 8135009"/>
              <a:gd name="connsiteY3" fmla="*/ 6829838 h 12319912"/>
              <a:gd name="connsiteX4" fmla="*/ 8089157 w 8135009"/>
              <a:gd name="connsiteY4" fmla="*/ 9689785 h 12319912"/>
              <a:gd name="connsiteX5" fmla="*/ 6468068 w 8135009"/>
              <a:gd name="connsiteY5" fmla="*/ 12097161 h 12319912"/>
              <a:gd name="connsiteX6" fmla="*/ 5895520 w 8135009"/>
              <a:gd name="connsiteY6" fmla="*/ 12102972 h 12319912"/>
              <a:gd name="connsiteX7" fmla="*/ 3328851 w 8135009"/>
              <a:gd name="connsiteY7" fmla="*/ 11120830 h 12319912"/>
              <a:gd name="connsiteX8" fmla="*/ 385317 w 8135009"/>
              <a:gd name="connsiteY8" fmla="*/ 10306958 h 12319912"/>
              <a:gd name="connsiteX9" fmla="*/ 104320 w 8135009"/>
              <a:gd name="connsiteY9" fmla="*/ 10213212 h 12319912"/>
              <a:gd name="connsiteX0" fmla="*/ 2773950 w 8135323"/>
              <a:gd name="connsiteY0" fmla="*/ 81983 h 12319912"/>
              <a:gd name="connsiteX1" fmla="*/ 5850397 w 8135323"/>
              <a:gd name="connsiteY1" fmla="*/ 1003774 h 12319912"/>
              <a:gd name="connsiteX2" fmla="*/ 7608671 w 8135323"/>
              <a:gd name="connsiteY2" fmla="*/ 6829838 h 12319912"/>
              <a:gd name="connsiteX3" fmla="*/ 8089157 w 8135323"/>
              <a:gd name="connsiteY3" fmla="*/ 9689785 h 12319912"/>
              <a:gd name="connsiteX4" fmla="*/ 6468068 w 8135323"/>
              <a:gd name="connsiteY4" fmla="*/ 12097161 h 12319912"/>
              <a:gd name="connsiteX5" fmla="*/ 5895520 w 8135323"/>
              <a:gd name="connsiteY5" fmla="*/ 12102972 h 12319912"/>
              <a:gd name="connsiteX6" fmla="*/ 3328851 w 8135323"/>
              <a:gd name="connsiteY6" fmla="*/ 11120830 h 12319912"/>
              <a:gd name="connsiteX7" fmla="*/ 385317 w 8135323"/>
              <a:gd name="connsiteY7" fmla="*/ 10306958 h 12319912"/>
              <a:gd name="connsiteX8" fmla="*/ 104320 w 8135323"/>
              <a:gd name="connsiteY8" fmla="*/ 10213212 h 12319912"/>
              <a:gd name="connsiteX0" fmla="*/ 2773950 w 8089157"/>
              <a:gd name="connsiteY0" fmla="*/ 81983 h 12319912"/>
              <a:gd name="connsiteX1" fmla="*/ 5850397 w 8089157"/>
              <a:gd name="connsiteY1" fmla="*/ 1003774 h 12319912"/>
              <a:gd name="connsiteX2" fmla="*/ 8089157 w 8089157"/>
              <a:gd name="connsiteY2" fmla="*/ 9689785 h 12319912"/>
              <a:gd name="connsiteX3" fmla="*/ 6468068 w 8089157"/>
              <a:gd name="connsiteY3" fmla="*/ 12097161 h 12319912"/>
              <a:gd name="connsiteX4" fmla="*/ 5895520 w 8089157"/>
              <a:gd name="connsiteY4" fmla="*/ 12102972 h 12319912"/>
              <a:gd name="connsiteX5" fmla="*/ 3328851 w 8089157"/>
              <a:gd name="connsiteY5" fmla="*/ 11120830 h 12319912"/>
              <a:gd name="connsiteX6" fmla="*/ 385317 w 8089157"/>
              <a:gd name="connsiteY6" fmla="*/ 10306958 h 12319912"/>
              <a:gd name="connsiteX7" fmla="*/ 104320 w 8089157"/>
              <a:gd name="connsiteY7" fmla="*/ 10213212 h 12319912"/>
              <a:gd name="connsiteX0" fmla="*/ 5850397 w 8089157"/>
              <a:gd name="connsiteY0" fmla="*/ 0 h 11316138"/>
              <a:gd name="connsiteX1" fmla="*/ 8089157 w 8089157"/>
              <a:gd name="connsiteY1" fmla="*/ 8686011 h 11316138"/>
              <a:gd name="connsiteX2" fmla="*/ 6468068 w 8089157"/>
              <a:gd name="connsiteY2" fmla="*/ 11093387 h 11316138"/>
              <a:gd name="connsiteX3" fmla="*/ 5895520 w 8089157"/>
              <a:gd name="connsiteY3" fmla="*/ 11099198 h 11316138"/>
              <a:gd name="connsiteX4" fmla="*/ 3328851 w 8089157"/>
              <a:gd name="connsiteY4" fmla="*/ 10117056 h 11316138"/>
              <a:gd name="connsiteX5" fmla="*/ 385317 w 8089157"/>
              <a:gd name="connsiteY5" fmla="*/ 9303184 h 11316138"/>
              <a:gd name="connsiteX6" fmla="*/ 104320 w 8089157"/>
              <a:gd name="connsiteY6" fmla="*/ 9209438 h 11316138"/>
              <a:gd name="connsiteX0" fmla="*/ 8089157 w 8089157"/>
              <a:gd name="connsiteY0" fmla="*/ 0 h 2630127"/>
              <a:gd name="connsiteX1" fmla="*/ 6468068 w 8089157"/>
              <a:gd name="connsiteY1" fmla="*/ 2407376 h 2630127"/>
              <a:gd name="connsiteX2" fmla="*/ 5895520 w 8089157"/>
              <a:gd name="connsiteY2" fmla="*/ 2413187 h 2630127"/>
              <a:gd name="connsiteX3" fmla="*/ 3328851 w 8089157"/>
              <a:gd name="connsiteY3" fmla="*/ 1431045 h 2630127"/>
              <a:gd name="connsiteX4" fmla="*/ 385317 w 8089157"/>
              <a:gd name="connsiteY4" fmla="*/ 617173 h 2630127"/>
              <a:gd name="connsiteX5" fmla="*/ 104320 w 8089157"/>
              <a:gd name="connsiteY5" fmla="*/ 523427 h 2630127"/>
              <a:gd name="connsiteX0" fmla="*/ 6468068 w 6468068"/>
              <a:gd name="connsiteY0" fmla="*/ 1945261 h 2168012"/>
              <a:gd name="connsiteX1" fmla="*/ 5895520 w 6468068"/>
              <a:gd name="connsiteY1" fmla="*/ 1951072 h 2168012"/>
              <a:gd name="connsiteX2" fmla="*/ 3328851 w 6468068"/>
              <a:gd name="connsiteY2" fmla="*/ 968930 h 2168012"/>
              <a:gd name="connsiteX3" fmla="*/ 385317 w 6468068"/>
              <a:gd name="connsiteY3" fmla="*/ 155058 h 2168012"/>
              <a:gd name="connsiteX4" fmla="*/ 104320 w 6468068"/>
              <a:gd name="connsiteY4" fmla="*/ 61312 h 2168012"/>
              <a:gd name="connsiteX0" fmla="*/ 5895520 w 5895520"/>
              <a:gd name="connsiteY0" fmla="*/ 1951072 h 1951072"/>
              <a:gd name="connsiteX1" fmla="*/ 3328851 w 5895520"/>
              <a:gd name="connsiteY1" fmla="*/ 968930 h 1951072"/>
              <a:gd name="connsiteX2" fmla="*/ 385317 w 5895520"/>
              <a:gd name="connsiteY2" fmla="*/ 155058 h 1951072"/>
              <a:gd name="connsiteX3" fmla="*/ 104320 w 5895520"/>
              <a:gd name="connsiteY3" fmla="*/ 61312 h 1951072"/>
            </a:gdLst>
            <a:ahLst/>
            <a:cxnLst>
              <a:cxn ang="0">
                <a:pos x="connsiteX0" y="connsiteY0"/>
              </a:cxn>
              <a:cxn ang="0">
                <a:pos x="connsiteX1" y="connsiteY1"/>
              </a:cxn>
              <a:cxn ang="0">
                <a:pos x="connsiteX2" y="connsiteY2"/>
              </a:cxn>
              <a:cxn ang="0">
                <a:pos x="connsiteX3" y="connsiteY3"/>
              </a:cxn>
            </a:cxnLst>
            <a:rect l="l" t="t" r="r" b="b"/>
            <a:pathLst>
              <a:path w="5895520" h="1951072">
                <a:moveTo>
                  <a:pt x="5895520" y="1951072"/>
                </a:moveTo>
                <a:cubicBezTo>
                  <a:pt x="5138637" y="1828990"/>
                  <a:pt x="4247218" y="1268266"/>
                  <a:pt x="3328851" y="968930"/>
                </a:cubicBezTo>
                <a:cubicBezTo>
                  <a:pt x="2260922" y="568539"/>
                  <a:pt x="1310983" y="530558"/>
                  <a:pt x="385317" y="155058"/>
                </a:cubicBezTo>
                <a:cubicBezTo>
                  <a:pt x="-167345" y="-11452"/>
                  <a:pt x="8549" y="-45729"/>
                  <a:pt x="104320" y="61312"/>
                </a:cubicBezTo>
              </a:path>
            </a:pathLst>
          </a:custGeom>
          <a:noFill/>
          <a:ln w="19110" cap="flat">
            <a:solidFill>
              <a:srgbClr val="6C1D5F"/>
            </a:solid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8E1DB3D8-9AE0-A93F-1CB2-11A243F896F9}"/>
              </a:ext>
            </a:extLst>
          </p:cNvPr>
          <p:cNvSpPr/>
          <p:nvPr userDrawn="1"/>
        </p:nvSpPr>
        <p:spPr>
          <a:xfrm>
            <a:off x="8539686" y="0"/>
            <a:ext cx="3652315" cy="1538876"/>
          </a:xfrm>
          <a:custGeom>
            <a:avLst/>
            <a:gdLst>
              <a:gd name="connsiteX0" fmla="*/ 0 w 3652315"/>
              <a:gd name="connsiteY0" fmla="*/ 0 h 1538876"/>
              <a:gd name="connsiteX1" fmla="*/ 3652315 w 3652315"/>
              <a:gd name="connsiteY1" fmla="*/ 0 h 1538876"/>
              <a:gd name="connsiteX2" fmla="*/ 3652315 w 3652315"/>
              <a:gd name="connsiteY2" fmla="*/ 1537398 h 1538876"/>
              <a:gd name="connsiteX3" fmla="*/ 3596909 w 3652315"/>
              <a:gd name="connsiteY3" fmla="*/ 1538876 h 1538876"/>
              <a:gd name="connsiteX4" fmla="*/ 2266115 w 3652315"/>
              <a:gd name="connsiteY4" fmla="*/ 1064401 h 1538876"/>
              <a:gd name="connsiteX5" fmla="*/ 864418 w 3652315"/>
              <a:gd name="connsiteY5" fmla="*/ 681134 h 1538876"/>
              <a:gd name="connsiteX6" fmla="*/ 23705 w 3652315"/>
              <a:gd name="connsiteY6" fmla="*/ 42529 h 153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52315" h="1538876">
                <a:moveTo>
                  <a:pt x="0" y="0"/>
                </a:moveTo>
                <a:lnTo>
                  <a:pt x="3652315" y="0"/>
                </a:lnTo>
                <a:lnTo>
                  <a:pt x="3652315" y="1537398"/>
                </a:lnTo>
                <a:lnTo>
                  <a:pt x="3596909" y="1538876"/>
                </a:lnTo>
                <a:cubicBezTo>
                  <a:pt x="3199795" y="1528044"/>
                  <a:pt x="2711216" y="1229830"/>
                  <a:pt x="2266115" y="1064401"/>
                </a:cubicBezTo>
                <a:cubicBezTo>
                  <a:pt x="1757427" y="875333"/>
                  <a:pt x="1305335" y="858549"/>
                  <a:pt x="864418" y="681134"/>
                </a:cubicBezTo>
                <a:cubicBezTo>
                  <a:pt x="534562" y="547937"/>
                  <a:pt x="210299" y="324487"/>
                  <a:pt x="23705" y="42529"/>
                </a:cubicBezTo>
                <a:close/>
              </a:path>
            </a:pathLst>
          </a:cu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3" name="Freeform 22">
            <a:extLst>
              <a:ext uri="{FF2B5EF4-FFF2-40B4-BE49-F238E27FC236}">
                <a16:creationId xmlns:a16="http://schemas.microsoft.com/office/drawing/2014/main" id="{5913EB00-D2E9-21B0-3E3E-92D27834CFA0}"/>
              </a:ext>
            </a:extLst>
          </p:cNvPr>
          <p:cNvSpPr/>
          <p:nvPr userDrawn="1"/>
        </p:nvSpPr>
        <p:spPr>
          <a:xfrm>
            <a:off x="6128485" y="5340478"/>
            <a:ext cx="6063515" cy="1517522"/>
          </a:xfrm>
          <a:custGeom>
            <a:avLst/>
            <a:gdLst>
              <a:gd name="connsiteX0" fmla="*/ 2791805 w 6063515"/>
              <a:gd name="connsiteY0" fmla="*/ 1179 h 1517522"/>
              <a:gd name="connsiteX1" fmla="*/ 5921767 w 6063515"/>
              <a:gd name="connsiteY1" fmla="*/ 743898 h 1517522"/>
              <a:gd name="connsiteX2" fmla="*/ 6063515 w 6063515"/>
              <a:gd name="connsiteY2" fmla="*/ 814265 h 1517522"/>
              <a:gd name="connsiteX3" fmla="*/ 6063515 w 6063515"/>
              <a:gd name="connsiteY3" fmla="*/ 1517522 h 1517522"/>
              <a:gd name="connsiteX4" fmla="*/ 0 w 6063515"/>
              <a:gd name="connsiteY4" fmla="*/ 1517522 h 1517522"/>
              <a:gd name="connsiteX5" fmla="*/ 186263 w 6063515"/>
              <a:gd name="connsiteY5" fmla="*/ 1335076 h 1517522"/>
              <a:gd name="connsiteX6" fmla="*/ 2063296 w 6063515"/>
              <a:gd name="connsiteY6" fmla="*/ 98044 h 1517522"/>
              <a:gd name="connsiteX7" fmla="*/ 2791805 w 6063515"/>
              <a:gd name="connsiteY7" fmla="*/ 1179 h 1517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63515" h="1517522">
                <a:moveTo>
                  <a:pt x="2791805" y="1179"/>
                </a:moveTo>
                <a:cubicBezTo>
                  <a:pt x="3678329" y="-19512"/>
                  <a:pt x="4843583" y="232300"/>
                  <a:pt x="5921767" y="743898"/>
                </a:cubicBezTo>
                <a:lnTo>
                  <a:pt x="6063515" y="814265"/>
                </a:lnTo>
                <a:lnTo>
                  <a:pt x="6063515" y="1517522"/>
                </a:lnTo>
                <a:lnTo>
                  <a:pt x="0" y="1517522"/>
                </a:lnTo>
                <a:lnTo>
                  <a:pt x="186263" y="1335076"/>
                </a:lnTo>
                <a:cubicBezTo>
                  <a:pt x="702354" y="824474"/>
                  <a:pt x="1225941" y="331388"/>
                  <a:pt x="2063296" y="98044"/>
                </a:cubicBezTo>
                <a:cubicBezTo>
                  <a:pt x="2272640" y="39710"/>
                  <a:pt x="2519028" y="7545"/>
                  <a:pt x="2791805" y="1179"/>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 name="Title 1">
            <a:extLst>
              <a:ext uri="{FF2B5EF4-FFF2-40B4-BE49-F238E27FC236}">
                <a16:creationId xmlns:a16="http://schemas.microsoft.com/office/drawing/2014/main" id="{9EBD63F1-7387-8016-1A7E-B60E66B407E2}"/>
              </a:ext>
            </a:extLst>
          </p:cNvPr>
          <p:cNvSpPr>
            <a:spLocks noGrp="1"/>
          </p:cNvSpPr>
          <p:nvPr>
            <p:ph type="title" hasCustomPrompt="1"/>
          </p:nvPr>
        </p:nvSpPr>
        <p:spPr>
          <a:xfrm>
            <a:off x="6096000" y="3435242"/>
            <a:ext cx="5540400" cy="798091"/>
          </a:xfrm>
        </p:spPr>
        <p:txBody>
          <a:bodyPr/>
          <a:lstStyle>
            <a:lvl1pPr>
              <a:defRPr>
                <a:solidFill>
                  <a:schemeClr val="tx2"/>
                </a:solidFill>
              </a:defRPr>
            </a:lvl1pPr>
          </a:lstStyle>
          <a:p>
            <a:r>
              <a:rPr lang="en-GB" dirty="0"/>
              <a:t>Title of contents</a:t>
            </a:r>
            <a:br>
              <a:rPr lang="en-GB" dirty="0"/>
            </a:br>
            <a:r>
              <a:rPr lang="en-GB" dirty="0"/>
              <a:t>max. 2 lines</a:t>
            </a:r>
            <a:endParaRPr lang="en-PL" dirty="0"/>
          </a:p>
        </p:txBody>
      </p:sp>
      <p:sp>
        <p:nvSpPr>
          <p:cNvPr id="6" name="Text Placeholder 6">
            <a:extLst>
              <a:ext uri="{FF2B5EF4-FFF2-40B4-BE49-F238E27FC236}">
                <a16:creationId xmlns:a16="http://schemas.microsoft.com/office/drawing/2014/main" id="{06DC2B1A-1B13-5F1D-A951-E71FF2869ABE}"/>
              </a:ext>
            </a:extLst>
          </p:cNvPr>
          <p:cNvSpPr>
            <a:spLocks noGrp="1"/>
          </p:cNvSpPr>
          <p:nvPr>
            <p:ph idx="1" hasCustomPrompt="1"/>
          </p:nvPr>
        </p:nvSpPr>
        <p:spPr>
          <a:xfrm>
            <a:off x="6096000" y="2723948"/>
            <a:ext cx="5540400" cy="268951"/>
          </a:xfrm>
          <a:prstGeom prst="rect">
            <a:avLst/>
          </a:prstGeom>
        </p:spPr>
        <p:txBody>
          <a:bodyPr vert="horz" lIns="0" tIns="0" rIns="0" bIns="0" rtlCol="0">
            <a:normAutofit/>
          </a:bodyPr>
          <a:lstStyle>
            <a:lvl1pPr marL="0" indent="0">
              <a:buNone/>
              <a:defRPr sz="1200">
                <a:solidFill>
                  <a:schemeClr val="tx1"/>
                </a:solidFill>
              </a:defRPr>
            </a:lvl1pPr>
            <a:lvl2pPr marL="457200" indent="0">
              <a:buNone/>
              <a:defRPr/>
            </a:lvl2pPr>
            <a:lvl3pPr marL="914400" indent="0">
              <a:buNone/>
              <a:defRPr/>
            </a:lvl3pPr>
          </a:lstStyle>
          <a:p>
            <a:pPr lvl="0"/>
            <a:r>
              <a:rPr lang="en-GB" dirty="0"/>
              <a:t>Chapter number</a:t>
            </a:r>
          </a:p>
        </p:txBody>
      </p:sp>
    </p:spTree>
    <p:extLst>
      <p:ext uri="{BB962C8B-B14F-4D97-AF65-F5344CB8AC3E}">
        <p14:creationId xmlns:p14="http://schemas.microsoft.com/office/powerpoint/2010/main" val="41503409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pter_dark">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6096000" y="3435242"/>
            <a:ext cx="5540400" cy="798091"/>
          </a:xfrm>
        </p:spPr>
        <p:txBody>
          <a:bodyPr/>
          <a:lstStyle>
            <a:lvl1pPr>
              <a:defRPr>
                <a:solidFill>
                  <a:schemeClr val="bg1"/>
                </a:solidFill>
              </a:defRPr>
            </a:lvl1p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hasCustomPrompt="1"/>
          </p:nvPr>
        </p:nvSpPr>
        <p:spPr>
          <a:xfrm>
            <a:off x="6096000" y="2723948"/>
            <a:ext cx="5540400" cy="268951"/>
          </a:xfrm>
          <a:prstGeom prst="rect">
            <a:avLst/>
          </a:prstGeom>
        </p:spPr>
        <p:txBody>
          <a:bodyPr vert="horz" lIns="0" tIns="0" rIns="0" bIns="0" rtlCol="0">
            <a:normAutofit/>
          </a:bodyPr>
          <a:lstStyle>
            <a:lvl1pPr marL="0" indent="0">
              <a:buNone/>
              <a:defRPr sz="1200">
                <a:solidFill>
                  <a:schemeClr val="bg1"/>
                </a:solidFill>
              </a:defRPr>
            </a:lvl1pPr>
            <a:lvl2pPr marL="457200" indent="0">
              <a:buNone/>
              <a:defRPr/>
            </a:lvl2pPr>
            <a:lvl3pPr marL="914400" indent="0">
              <a:buNone/>
              <a:defRPr/>
            </a:lvl3pPr>
          </a:lstStyle>
          <a:p>
            <a:pPr lvl="0"/>
            <a:r>
              <a:rPr lang="en-GB" dirty="0"/>
              <a:t>Chapter number</a:t>
            </a:r>
          </a:p>
        </p:txBody>
      </p:sp>
      <p:sp>
        <p:nvSpPr>
          <p:cNvPr id="4" name="Graphic 8">
            <a:extLst>
              <a:ext uri="{FF2B5EF4-FFF2-40B4-BE49-F238E27FC236}">
                <a16:creationId xmlns:a16="http://schemas.microsoft.com/office/drawing/2014/main" id="{6B5F20A3-472A-3CB2-E046-8EDD9712E221}"/>
              </a:ext>
            </a:extLst>
          </p:cNvPr>
          <p:cNvSpPr/>
          <p:nvPr userDrawn="1"/>
        </p:nvSpPr>
        <p:spPr>
          <a:xfrm rot="6999517">
            <a:off x="852903" y="1204759"/>
            <a:ext cx="4758926" cy="5118997"/>
          </a:xfrm>
          <a:custGeom>
            <a:avLst/>
            <a:gdLst>
              <a:gd name="connsiteX0" fmla="*/ 1401949 w 1616853"/>
              <a:gd name="connsiteY0" fmla="*/ 422108 h 1739188"/>
              <a:gd name="connsiteX1" fmla="*/ 1615215 w 1616853"/>
              <a:gd name="connsiteY1" fmla="*/ 994174 h 1739188"/>
              <a:gd name="connsiteX2" fmla="*/ 1251001 w 1616853"/>
              <a:gd name="connsiteY2" fmla="*/ 1543821 h 1739188"/>
              <a:gd name="connsiteX3" fmla="*/ 480868 w 1616853"/>
              <a:gd name="connsiteY3" fmla="*/ 1705884 h 1739188"/>
              <a:gd name="connsiteX4" fmla="*/ 2563 w 1616853"/>
              <a:gd name="connsiteY4" fmla="*/ 1071596 h 1739188"/>
              <a:gd name="connsiteX5" fmla="*/ 319850 w 1616853"/>
              <a:gd name="connsiteY5" fmla="*/ 332242 h 1739188"/>
              <a:gd name="connsiteX6" fmla="*/ 922695 w 1616853"/>
              <a:gd name="connsiteY6" fmla="*/ 2891 h 1739188"/>
              <a:gd name="connsiteX7" fmla="*/ 1401949 w 1616853"/>
              <a:gd name="connsiteY7" fmla="*/ 422013 h 173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6853" h="1739188">
                <a:moveTo>
                  <a:pt x="1401949" y="422108"/>
                </a:moveTo>
                <a:cubicBezTo>
                  <a:pt x="1530859" y="614760"/>
                  <a:pt x="1630985" y="799718"/>
                  <a:pt x="1615215" y="994174"/>
                </a:cubicBezTo>
                <a:cubicBezTo>
                  <a:pt x="1599446" y="1188726"/>
                  <a:pt x="1467592" y="1392303"/>
                  <a:pt x="1251001" y="1543821"/>
                </a:cubicBezTo>
                <a:cubicBezTo>
                  <a:pt x="1034410" y="1695340"/>
                  <a:pt x="732988" y="1794231"/>
                  <a:pt x="480868" y="1705884"/>
                </a:cubicBezTo>
                <a:cubicBezTo>
                  <a:pt x="229319" y="1617443"/>
                  <a:pt x="27072" y="1341670"/>
                  <a:pt x="2563" y="1071596"/>
                </a:cubicBezTo>
                <a:cubicBezTo>
                  <a:pt x="-21851" y="801997"/>
                  <a:pt x="131473" y="538194"/>
                  <a:pt x="319850" y="332242"/>
                </a:cubicBezTo>
                <a:cubicBezTo>
                  <a:pt x="508227" y="126291"/>
                  <a:pt x="732038" y="-22853"/>
                  <a:pt x="922695" y="2891"/>
                </a:cubicBezTo>
                <a:cubicBezTo>
                  <a:pt x="1113922" y="28730"/>
                  <a:pt x="1272565" y="229457"/>
                  <a:pt x="1401949" y="422013"/>
                </a:cubicBezTo>
                <a:close/>
              </a:path>
            </a:pathLst>
          </a:custGeom>
          <a:solidFill>
            <a:schemeClr val="accent1"/>
          </a:solidFill>
          <a:ln w="9487" cap="flat">
            <a:noFill/>
            <a:prstDash val="solid"/>
            <a:miter/>
          </a:ln>
        </p:spPr>
        <p:txBody>
          <a:bodyPr rtlCol="0" anchor="ctr"/>
          <a:lstStyle/>
          <a:p>
            <a:endParaRPr lang="en-GB" noProof="0"/>
          </a:p>
        </p:txBody>
      </p:sp>
      <p:sp>
        <p:nvSpPr>
          <p:cNvPr id="7" name="Picture Placeholder 16">
            <a:extLst>
              <a:ext uri="{FF2B5EF4-FFF2-40B4-BE49-F238E27FC236}">
                <a16:creationId xmlns:a16="http://schemas.microsoft.com/office/drawing/2014/main" id="{8E00BA19-5C35-CDE1-774D-9BBD0B7B5956}"/>
              </a:ext>
            </a:extLst>
          </p:cNvPr>
          <p:cNvSpPr>
            <a:spLocks noGrp="1"/>
          </p:cNvSpPr>
          <p:nvPr>
            <p:ph type="pic" sz="quarter" idx="12"/>
          </p:nvPr>
        </p:nvSpPr>
        <p:spPr>
          <a:xfrm>
            <a:off x="810433" y="1222310"/>
            <a:ext cx="4651685" cy="4765704"/>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n-US" noProof="0"/>
              <a:t>Click icon to add picture</a:t>
            </a:r>
            <a:endParaRPr lang="en-GB" noProof="0"/>
          </a:p>
        </p:txBody>
      </p:sp>
      <p:sp>
        <p:nvSpPr>
          <p:cNvPr id="15" name="Freeform 14">
            <a:extLst>
              <a:ext uri="{FF2B5EF4-FFF2-40B4-BE49-F238E27FC236}">
                <a16:creationId xmlns:a16="http://schemas.microsoft.com/office/drawing/2014/main" id="{C1FEEDD8-28AA-BE3E-02E2-170FFB40470C}"/>
              </a:ext>
            </a:extLst>
          </p:cNvPr>
          <p:cNvSpPr/>
          <p:nvPr userDrawn="1"/>
        </p:nvSpPr>
        <p:spPr>
          <a:xfrm>
            <a:off x="6296481" y="-351"/>
            <a:ext cx="5895520" cy="1951072"/>
          </a:xfrm>
          <a:custGeom>
            <a:avLst/>
            <a:gdLst>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58756 w 9855101"/>
              <a:gd name="connsiteY7" fmla="*/ 8327921 h 12126752"/>
              <a:gd name="connsiteX8" fmla="*/ 592520 w 9855101"/>
              <a:gd name="connsiteY8" fmla="*/ 5251217 h 12126752"/>
              <a:gd name="connsiteX9" fmla="*/ 1635363 w 9855101"/>
              <a:gd name="connsiteY9" fmla="*/ 1999091 h 12126752"/>
              <a:gd name="connsiteX10" fmla="*/ 4494042 w 9855101"/>
              <a:gd name="connsiteY10" fmla="*/ 81983 h 12126752"/>
              <a:gd name="connsiteX11" fmla="*/ 7570489 w 9855101"/>
              <a:gd name="connsiteY11"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1732972 w 9855101"/>
              <a:gd name="connsiteY0" fmla="*/ 10121772 h 12126752"/>
              <a:gd name="connsiteX1" fmla="*/ 58756 w 9855101"/>
              <a:gd name="connsiteY1" fmla="*/ 8327921 h 12126752"/>
              <a:gd name="connsiteX2" fmla="*/ 592520 w 9855101"/>
              <a:gd name="connsiteY2" fmla="*/ 5251217 h 12126752"/>
              <a:gd name="connsiteX3" fmla="*/ 1635363 w 9855101"/>
              <a:gd name="connsiteY3" fmla="*/ 1999091 h 12126752"/>
              <a:gd name="connsiteX4" fmla="*/ 4494042 w 9855101"/>
              <a:gd name="connsiteY4" fmla="*/ 81983 h 12126752"/>
              <a:gd name="connsiteX5" fmla="*/ 7570489 w 9855101"/>
              <a:gd name="connsiteY5" fmla="*/ 1003774 h 12126752"/>
              <a:gd name="connsiteX6" fmla="*/ 8284143 w 9855101"/>
              <a:gd name="connsiteY6" fmla="*/ 4475255 h 12126752"/>
              <a:gd name="connsiteX7" fmla="*/ 9328763 w 9855101"/>
              <a:gd name="connsiteY7" fmla="*/ 6829838 h 12126752"/>
              <a:gd name="connsiteX8" fmla="*/ 9809249 w 9855101"/>
              <a:gd name="connsiteY8" fmla="*/ 9689785 h 12126752"/>
              <a:gd name="connsiteX9" fmla="*/ 8188160 w 9855101"/>
              <a:gd name="connsiteY9" fmla="*/ 12097161 h 12126752"/>
              <a:gd name="connsiteX10" fmla="*/ 5048943 w 9855101"/>
              <a:gd name="connsiteY10" fmla="*/ 11120830 h 12126752"/>
              <a:gd name="connsiteX11" fmla="*/ 2105409 w 9855101"/>
              <a:gd name="connsiteY11" fmla="*/ 10306958 h 12126752"/>
              <a:gd name="connsiteX12" fmla="*/ 1824412 w 9855101"/>
              <a:gd name="connsiteY12" fmla="*/ 10213212 h 12126752"/>
              <a:gd name="connsiteX0" fmla="*/ 962938 w 9806427"/>
              <a:gd name="connsiteY0" fmla="*/ 10203052 h 12126752"/>
              <a:gd name="connsiteX1" fmla="*/ 10082 w 9806427"/>
              <a:gd name="connsiteY1" fmla="*/ 8327921 h 12126752"/>
              <a:gd name="connsiteX2" fmla="*/ 543846 w 9806427"/>
              <a:gd name="connsiteY2" fmla="*/ 5251217 h 12126752"/>
              <a:gd name="connsiteX3" fmla="*/ 1586689 w 9806427"/>
              <a:gd name="connsiteY3" fmla="*/ 1999091 h 12126752"/>
              <a:gd name="connsiteX4" fmla="*/ 4445368 w 9806427"/>
              <a:gd name="connsiteY4" fmla="*/ 81983 h 12126752"/>
              <a:gd name="connsiteX5" fmla="*/ 7521815 w 9806427"/>
              <a:gd name="connsiteY5" fmla="*/ 1003774 h 12126752"/>
              <a:gd name="connsiteX6" fmla="*/ 8235469 w 9806427"/>
              <a:gd name="connsiteY6" fmla="*/ 4475255 h 12126752"/>
              <a:gd name="connsiteX7" fmla="*/ 9280089 w 9806427"/>
              <a:gd name="connsiteY7" fmla="*/ 6829838 h 12126752"/>
              <a:gd name="connsiteX8" fmla="*/ 9760575 w 9806427"/>
              <a:gd name="connsiteY8" fmla="*/ 9689785 h 12126752"/>
              <a:gd name="connsiteX9" fmla="*/ 8139486 w 9806427"/>
              <a:gd name="connsiteY9" fmla="*/ 12097161 h 12126752"/>
              <a:gd name="connsiteX10" fmla="*/ 5000269 w 9806427"/>
              <a:gd name="connsiteY10" fmla="*/ 11120830 h 12126752"/>
              <a:gd name="connsiteX11" fmla="*/ 2056735 w 9806427"/>
              <a:gd name="connsiteY11" fmla="*/ 10306958 h 12126752"/>
              <a:gd name="connsiteX12" fmla="*/ 1775738 w 9806427"/>
              <a:gd name="connsiteY12" fmla="*/ 10213212 h 1212675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10082 w 9806427"/>
              <a:gd name="connsiteY0" fmla="*/ 8327921 h 12319912"/>
              <a:gd name="connsiteX1" fmla="*/ 543846 w 9806427"/>
              <a:gd name="connsiteY1" fmla="*/ 5251217 h 12319912"/>
              <a:gd name="connsiteX2" fmla="*/ 1586689 w 9806427"/>
              <a:gd name="connsiteY2" fmla="*/ 1999091 h 12319912"/>
              <a:gd name="connsiteX3" fmla="*/ 4445368 w 9806427"/>
              <a:gd name="connsiteY3" fmla="*/ 81983 h 12319912"/>
              <a:gd name="connsiteX4" fmla="*/ 7521815 w 9806427"/>
              <a:gd name="connsiteY4" fmla="*/ 1003774 h 12319912"/>
              <a:gd name="connsiteX5" fmla="*/ 8235469 w 9806427"/>
              <a:gd name="connsiteY5" fmla="*/ 4475255 h 12319912"/>
              <a:gd name="connsiteX6" fmla="*/ 9280089 w 9806427"/>
              <a:gd name="connsiteY6" fmla="*/ 6829838 h 12319912"/>
              <a:gd name="connsiteX7" fmla="*/ 9760575 w 9806427"/>
              <a:gd name="connsiteY7" fmla="*/ 9689785 h 12319912"/>
              <a:gd name="connsiteX8" fmla="*/ 8139486 w 9806427"/>
              <a:gd name="connsiteY8" fmla="*/ 12097161 h 12319912"/>
              <a:gd name="connsiteX9" fmla="*/ 7566938 w 9806427"/>
              <a:gd name="connsiteY9" fmla="*/ 12102972 h 12319912"/>
              <a:gd name="connsiteX10" fmla="*/ 5000269 w 9806427"/>
              <a:gd name="connsiteY10" fmla="*/ 11120830 h 12319912"/>
              <a:gd name="connsiteX11" fmla="*/ 2056735 w 9806427"/>
              <a:gd name="connsiteY11" fmla="*/ 10306958 h 12319912"/>
              <a:gd name="connsiteX12" fmla="*/ 1775738 w 9806427"/>
              <a:gd name="connsiteY12" fmla="*/ 10213212 h 12319912"/>
              <a:gd name="connsiteX0" fmla="*/ 0 w 9262581"/>
              <a:gd name="connsiteY0" fmla="*/ 5251217 h 12319912"/>
              <a:gd name="connsiteX1" fmla="*/ 1042843 w 9262581"/>
              <a:gd name="connsiteY1" fmla="*/ 1999091 h 12319912"/>
              <a:gd name="connsiteX2" fmla="*/ 3901522 w 9262581"/>
              <a:gd name="connsiteY2" fmla="*/ 81983 h 12319912"/>
              <a:gd name="connsiteX3" fmla="*/ 6977969 w 9262581"/>
              <a:gd name="connsiteY3" fmla="*/ 1003774 h 12319912"/>
              <a:gd name="connsiteX4" fmla="*/ 7691623 w 9262581"/>
              <a:gd name="connsiteY4" fmla="*/ 4475255 h 12319912"/>
              <a:gd name="connsiteX5" fmla="*/ 8736243 w 9262581"/>
              <a:gd name="connsiteY5" fmla="*/ 6829838 h 12319912"/>
              <a:gd name="connsiteX6" fmla="*/ 9216729 w 9262581"/>
              <a:gd name="connsiteY6" fmla="*/ 9689785 h 12319912"/>
              <a:gd name="connsiteX7" fmla="*/ 7595640 w 9262581"/>
              <a:gd name="connsiteY7" fmla="*/ 12097161 h 12319912"/>
              <a:gd name="connsiteX8" fmla="*/ 7023092 w 9262581"/>
              <a:gd name="connsiteY8" fmla="*/ 12102972 h 12319912"/>
              <a:gd name="connsiteX9" fmla="*/ 4456423 w 9262581"/>
              <a:gd name="connsiteY9" fmla="*/ 11120830 h 12319912"/>
              <a:gd name="connsiteX10" fmla="*/ 1512889 w 9262581"/>
              <a:gd name="connsiteY10" fmla="*/ 10306958 h 12319912"/>
              <a:gd name="connsiteX11" fmla="*/ 1231892 w 9262581"/>
              <a:gd name="connsiteY11" fmla="*/ 10213212 h 12319912"/>
              <a:gd name="connsiteX0" fmla="*/ 0 w 8219738"/>
              <a:gd name="connsiteY0" fmla="*/ 1999091 h 12319912"/>
              <a:gd name="connsiteX1" fmla="*/ 2858679 w 8219738"/>
              <a:gd name="connsiteY1" fmla="*/ 81983 h 12319912"/>
              <a:gd name="connsiteX2" fmla="*/ 5935126 w 8219738"/>
              <a:gd name="connsiteY2" fmla="*/ 1003774 h 12319912"/>
              <a:gd name="connsiteX3" fmla="*/ 6648780 w 8219738"/>
              <a:gd name="connsiteY3" fmla="*/ 4475255 h 12319912"/>
              <a:gd name="connsiteX4" fmla="*/ 7693400 w 8219738"/>
              <a:gd name="connsiteY4" fmla="*/ 6829838 h 12319912"/>
              <a:gd name="connsiteX5" fmla="*/ 8173886 w 8219738"/>
              <a:gd name="connsiteY5" fmla="*/ 9689785 h 12319912"/>
              <a:gd name="connsiteX6" fmla="*/ 6552797 w 8219738"/>
              <a:gd name="connsiteY6" fmla="*/ 12097161 h 12319912"/>
              <a:gd name="connsiteX7" fmla="*/ 5980249 w 8219738"/>
              <a:gd name="connsiteY7" fmla="*/ 12102972 h 12319912"/>
              <a:gd name="connsiteX8" fmla="*/ 3413580 w 8219738"/>
              <a:gd name="connsiteY8" fmla="*/ 11120830 h 12319912"/>
              <a:gd name="connsiteX9" fmla="*/ 470046 w 8219738"/>
              <a:gd name="connsiteY9" fmla="*/ 10306958 h 12319912"/>
              <a:gd name="connsiteX10" fmla="*/ 189049 w 8219738"/>
              <a:gd name="connsiteY10" fmla="*/ 10213212 h 12319912"/>
              <a:gd name="connsiteX0" fmla="*/ 2773950 w 8135009"/>
              <a:gd name="connsiteY0" fmla="*/ 81983 h 12319912"/>
              <a:gd name="connsiteX1" fmla="*/ 5850397 w 8135009"/>
              <a:gd name="connsiteY1" fmla="*/ 1003774 h 12319912"/>
              <a:gd name="connsiteX2" fmla="*/ 6564051 w 8135009"/>
              <a:gd name="connsiteY2" fmla="*/ 4475255 h 12319912"/>
              <a:gd name="connsiteX3" fmla="*/ 7608671 w 8135009"/>
              <a:gd name="connsiteY3" fmla="*/ 6829838 h 12319912"/>
              <a:gd name="connsiteX4" fmla="*/ 8089157 w 8135009"/>
              <a:gd name="connsiteY4" fmla="*/ 9689785 h 12319912"/>
              <a:gd name="connsiteX5" fmla="*/ 6468068 w 8135009"/>
              <a:gd name="connsiteY5" fmla="*/ 12097161 h 12319912"/>
              <a:gd name="connsiteX6" fmla="*/ 5895520 w 8135009"/>
              <a:gd name="connsiteY6" fmla="*/ 12102972 h 12319912"/>
              <a:gd name="connsiteX7" fmla="*/ 3328851 w 8135009"/>
              <a:gd name="connsiteY7" fmla="*/ 11120830 h 12319912"/>
              <a:gd name="connsiteX8" fmla="*/ 385317 w 8135009"/>
              <a:gd name="connsiteY8" fmla="*/ 10306958 h 12319912"/>
              <a:gd name="connsiteX9" fmla="*/ 104320 w 8135009"/>
              <a:gd name="connsiteY9" fmla="*/ 10213212 h 12319912"/>
              <a:gd name="connsiteX0" fmla="*/ 2773950 w 8135323"/>
              <a:gd name="connsiteY0" fmla="*/ 81983 h 12319912"/>
              <a:gd name="connsiteX1" fmla="*/ 5850397 w 8135323"/>
              <a:gd name="connsiteY1" fmla="*/ 1003774 h 12319912"/>
              <a:gd name="connsiteX2" fmla="*/ 7608671 w 8135323"/>
              <a:gd name="connsiteY2" fmla="*/ 6829838 h 12319912"/>
              <a:gd name="connsiteX3" fmla="*/ 8089157 w 8135323"/>
              <a:gd name="connsiteY3" fmla="*/ 9689785 h 12319912"/>
              <a:gd name="connsiteX4" fmla="*/ 6468068 w 8135323"/>
              <a:gd name="connsiteY4" fmla="*/ 12097161 h 12319912"/>
              <a:gd name="connsiteX5" fmla="*/ 5895520 w 8135323"/>
              <a:gd name="connsiteY5" fmla="*/ 12102972 h 12319912"/>
              <a:gd name="connsiteX6" fmla="*/ 3328851 w 8135323"/>
              <a:gd name="connsiteY6" fmla="*/ 11120830 h 12319912"/>
              <a:gd name="connsiteX7" fmla="*/ 385317 w 8135323"/>
              <a:gd name="connsiteY7" fmla="*/ 10306958 h 12319912"/>
              <a:gd name="connsiteX8" fmla="*/ 104320 w 8135323"/>
              <a:gd name="connsiteY8" fmla="*/ 10213212 h 12319912"/>
              <a:gd name="connsiteX0" fmla="*/ 2773950 w 8089157"/>
              <a:gd name="connsiteY0" fmla="*/ 81983 h 12319912"/>
              <a:gd name="connsiteX1" fmla="*/ 5850397 w 8089157"/>
              <a:gd name="connsiteY1" fmla="*/ 1003774 h 12319912"/>
              <a:gd name="connsiteX2" fmla="*/ 8089157 w 8089157"/>
              <a:gd name="connsiteY2" fmla="*/ 9689785 h 12319912"/>
              <a:gd name="connsiteX3" fmla="*/ 6468068 w 8089157"/>
              <a:gd name="connsiteY3" fmla="*/ 12097161 h 12319912"/>
              <a:gd name="connsiteX4" fmla="*/ 5895520 w 8089157"/>
              <a:gd name="connsiteY4" fmla="*/ 12102972 h 12319912"/>
              <a:gd name="connsiteX5" fmla="*/ 3328851 w 8089157"/>
              <a:gd name="connsiteY5" fmla="*/ 11120830 h 12319912"/>
              <a:gd name="connsiteX6" fmla="*/ 385317 w 8089157"/>
              <a:gd name="connsiteY6" fmla="*/ 10306958 h 12319912"/>
              <a:gd name="connsiteX7" fmla="*/ 104320 w 8089157"/>
              <a:gd name="connsiteY7" fmla="*/ 10213212 h 12319912"/>
              <a:gd name="connsiteX0" fmla="*/ 5850397 w 8089157"/>
              <a:gd name="connsiteY0" fmla="*/ 0 h 11316138"/>
              <a:gd name="connsiteX1" fmla="*/ 8089157 w 8089157"/>
              <a:gd name="connsiteY1" fmla="*/ 8686011 h 11316138"/>
              <a:gd name="connsiteX2" fmla="*/ 6468068 w 8089157"/>
              <a:gd name="connsiteY2" fmla="*/ 11093387 h 11316138"/>
              <a:gd name="connsiteX3" fmla="*/ 5895520 w 8089157"/>
              <a:gd name="connsiteY3" fmla="*/ 11099198 h 11316138"/>
              <a:gd name="connsiteX4" fmla="*/ 3328851 w 8089157"/>
              <a:gd name="connsiteY4" fmla="*/ 10117056 h 11316138"/>
              <a:gd name="connsiteX5" fmla="*/ 385317 w 8089157"/>
              <a:gd name="connsiteY5" fmla="*/ 9303184 h 11316138"/>
              <a:gd name="connsiteX6" fmla="*/ 104320 w 8089157"/>
              <a:gd name="connsiteY6" fmla="*/ 9209438 h 11316138"/>
              <a:gd name="connsiteX0" fmla="*/ 8089157 w 8089157"/>
              <a:gd name="connsiteY0" fmla="*/ 0 h 2630127"/>
              <a:gd name="connsiteX1" fmla="*/ 6468068 w 8089157"/>
              <a:gd name="connsiteY1" fmla="*/ 2407376 h 2630127"/>
              <a:gd name="connsiteX2" fmla="*/ 5895520 w 8089157"/>
              <a:gd name="connsiteY2" fmla="*/ 2413187 h 2630127"/>
              <a:gd name="connsiteX3" fmla="*/ 3328851 w 8089157"/>
              <a:gd name="connsiteY3" fmla="*/ 1431045 h 2630127"/>
              <a:gd name="connsiteX4" fmla="*/ 385317 w 8089157"/>
              <a:gd name="connsiteY4" fmla="*/ 617173 h 2630127"/>
              <a:gd name="connsiteX5" fmla="*/ 104320 w 8089157"/>
              <a:gd name="connsiteY5" fmla="*/ 523427 h 2630127"/>
              <a:gd name="connsiteX0" fmla="*/ 6468068 w 6468068"/>
              <a:gd name="connsiteY0" fmla="*/ 1945261 h 2168012"/>
              <a:gd name="connsiteX1" fmla="*/ 5895520 w 6468068"/>
              <a:gd name="connsiteY1" fmla="*/ 1951072 h 2168012"/>
              <a:gd name="connsiteX2" fmla="*/ 3328851 w 6468068"/>
              <a:gd name="connsiteY2" fmla="*/ 968930 h 2168012"/>
              <a:gd name="connsiteX3" fmla="*/ 385317 w 6468068"/>
              <a:gd name="connsiteY3" fmla="*/ 155058 h 2168012"/>
              <a:gd name="connsiteX4" fmla="*/ 104320 w 6468068"/>
              <a:gd name="connsiteY4" fmla="*/ 61312 h 2168012"/>
              <a:gd name="connsiteX0" fmla="*/ 5895520 w 5895520"/>
              <a:gd name="connsiteY0" fmla="*/ 1951072 h 1951072"/>
              <a:gd name="connsiteX1" fmla="*/ 3328851 w 5895520"/>
              <a:gd name="connsiteY1" fmla="*/ 968930 h 1951072"/>
              <a:gd name="connsiteX2" fmla="*/ 385317 w 5895520"/>
              <a:gd name="connsiteY2" fmla="*/ 155058 h 1951072"/>
              <a:gd name="connsiteX3" fmla="*/ 104320 w 5895520"/>
              <a:gd name="connsiteY3" fmla="*/ 61312 h 1951072"/>
            </a:gdLst>
            <a:ahLst/>
            <a:cxnLst>
              <a:cxn ang="0">
                <a:pos x="connsiteX0" y="connsiteY0"/>
              </a:cxn>
              <a:cxn ang="0">
                <a:pos x="connsiteX1" y="connsiteY1"/>
              </a:cxn>
              <a:cxn ang="0">
                <a:pos x="connsiteX2" y="connsiteY2"/>
              </a:cxn>
              <a:cxn ang="0">
                <a:pos x="connsiteX3" y="connsiteY3"/>
              </a:cxn>
            </a:cxnLst>
            <a:rect l="l" t="t" r="r" b="b"/>
            <a:pathLst>
              <a:path w="5895520" h="1951072">
                <a:moveTo>
                  <a:pt x="5895520" y="1951072"/>
                </a:moveTo>
                <a:cubicBezTo>
                  <a:pt x="5138637" y="1828990"/>
                  <a:pt x="4247218" y="1268266"/>
                  <a:pt x="3328851" y="968930"/>
                </a:cubicBezTo>
                <a:cubicBezTo>
                  <a:pt x="2260922" y="568539"/>
                  <a:pt x="1310983" y="530558"/>
                  <a:pt x="385317" y="155058"/>
                </a:cubicBezTo>
                <a:cubicBezTo>
                  <a:pt x="-167345" y="-11452"/>
                  <a:pt x="8549" y="-45729"/>
                  <a:pt x="104320" y="61312"/>
                </a:cubicBezTo>
              </a:path>
            </a:pathLst>
          </a:custGeom>
          <a:noFill/>
          <a:ln w="19110" cap="flat">
            <a:solidFill>
              <a:schemeClr val="bg2"/>
            </a:solid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5913EB00-D2E9-21B0-3E3E-92D27834CFA0}"/>
              </a:ext>
            </a:extLst>
          </p:cNvPr>
          <p:cNvSpPr/>
          <p:nvPr userDrawn="1"/>
        </p:nvSpPr>
        <p:spPr>
          <a:xfrm>
            <a:off x="6128485" y="5340478"/>
            <a:ext cx="6063515" cy="1517522"/>
          </a:xfrm>
          <a:custGeom>
            <a:avLst/>
            <a:gdLst>
              <a:gd name="connsiteX0" fmla="*/ 2791805 w 6063515"/>
              <a:gd name="connsiteY0" fmla="*/ 1179 h 1517522"/>
              <a:gd name="connsiteX1" fmla="*/ 5921767 w 6063515"/>
              <a:gd name="connsiteY1" fmla="*/ 743898 h 1517522"/>
              <a:gd name="connsiteX2" fmla="*/ 6063515 w 6063515"/>
              <a:gd name="connsiteY2" fmla="*/ 814265 h 1517522"/>
              <a:gd name="connsiteX3" fmla="*/ 6063515 w 6063515"/>
              <a:gd name="connsiteY3" fmla="*/ 1517522 h 1517522"/>
              <a:gd name="connsiteX4" fmla="*/ 0 w 6063515"/>
              <a:gd name="connsiteY4" fmla="*/ 1517522 h 1517522"/>
              <a:gd name="connsiteX5" fmla="*/ 186263 w 6063515"/>
              <a:gd name="connsiteY5" fmla="*/ 1335076 h 1517522"/>
              <a:gd name="connsiteX6" fmla="*/ 2063296 w 6063515"/>
              <a:gd name="connsiteY6" fmla="*/ 98044 h 1517522"/>
              <a:gd name="connsiteX7" fmla="*/ 2791805 w 6063515"/>
              <a:gd name="connsiteY7" fmla="*/ 1179 h 1517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63515" h="1517522">
                <a:moveTo>
                  <a:pt x="2791805" y="1179"/>
                </a:moveTo>
                <a:cubicBezTo>
                  <a:pt x="3678329" y="-19512"/>
                  <a:pt x="4843583" y="232300"/>
                  <a:pt x="5921767" y="743898"/>
                </a:cubicBezTo>
                <a:lnTo>
                  <a:pt x="6063515" y="814265"/>
                </a:lnTo>
                <a:lnTo>
                  <a:pt x="6063515" y="1517522"/>
                </a:lnTo>
                <a:lnTo>
                  <a:pt x="0" y="1517522"/>
                </a:lnTo>
                <a:lnTo>
                  <a:pt x="186263" y="1335076"/>
                </a:lnTo>
                <a:cubicBezTo>
                  <a:pt x="702354" y="824474"/>
                  <a:pt x="1225941" y="331388"/>
                  <a:pt x="2063296" y="98044"/>
                </a:cubicBezTo>
                <a:cubicBezTo>
                  <a:pt x="2272640" y="39710"/>
                  <a:pt x="2519028" y="7545"/>
                  <a:pt x="2791805" y="1179"/>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 name="Freeform 4">
            <a:extLst>
              <a:ext uri="{FF2B5EF4-FFF2-40B4-BE49-F238E27FC236}">
                <a16:creationId xmlns:a16="http://schemas.microsoft.com/office/drawing/2014/main" id="{F0C03FA6-F573-5B32-84D9-EA5B6229F780}"/>
              </a:ext>
            </a:extLst>
          </p:cNvPr>
          <p:cNvSpPr/>
          <p:nvPr userDrawn="1"/>
        </p:nvSpPr>
        <p:spPr>
          <a:xfrm>
            <a:off x="8539686" y="0"/>
            <a:ext cx="3652315" cy="1538876"/>
          </a:xfrm>
          <a:custGeom>
            <a:avLst/>
            <a:gdLst>
              <a:gd name="connsiteX0" fmla="*/ 0 w 3652315"/>
              <a:gd name="connsiteY0" fmla="*/ 0 h 1538876"/>
              <a:gd name="connsiteX1" fmla="*/ 3652315 w 3652315"/>
              <a:gd name="connsiteY1" fmla="*/ 0 h 1538876"/>
              <a:gd name="connsiteX2" fmla="*/ 3652315 w 3652315"/>
              <a:gd name="connsiteY2" fmla="*/ 1537398 h 1538876"/>
              <a:gd name="connsiteX3" fmla="*/ 3596909 w 3652315"/>
              <a:gd name="connsiteY3" fmla="*/ 1538876 h 1538876"/>
              <a:gd name="connsiteX4" fmla="*/ 2266115 w 3652315"/>
              <a:gd name="connsiteY4" fmla="*/ 1064401 h 1538876"/>
              <a:gd name="connsiteX5" fmla="*/ 864418 w 3652315"/>
              <a:gd name="connsiteY5" fmla="*/ 681134 h 1538876"/>
              <a:gd name="connsiteX6" fmla="*/ 23705 w 3652315"/>
              <a:gd name="connsiteY6" fmla="*/ 42529 h 153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52315" h="1538876">
                <a:moveTo>
                  <a:pt x="0" y="0"/>
                </a:moveTo>
                <a:lnTo>
                  <a:pt x="3652315" y="0"/>
                </a:lnTo>
                <a:lnTo>
                  <a:pt x="3652315" y="1537398"/>
                </a:lnTo>
                <a:lnTo>
                  <a:pt x="3596909" y="1538876"/>
                </a:lnTo>
                <a:cubicBezTo>
                  <a:pt x="3199795" y="1528044"/>
                  <a:pt x="2711216" y="1229830"/>
                  <a:pt x="2266115" y="1064401"/>
                </a:cubicBezTo>
                <a:cubicBezTo>
                  <a:pt x="1757427" y="875333"/>
                  <a:pt x="1305335" y="858549"/>
                  <a:pt x="864418" y="681134"/>
                </a:cubicBezTo>
                <a:cubicBezTo>
                  <a:pt x="534562" y="547937"/>
                  <a:pt x="210299" y="324487"/>
                  <a:pt x="23705" y="42529"/>
                </a:cubicBezTo>
                <a:close/>
              </a:path>
            </a:pathLst>
          </a:cu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11816605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Photo_background">
    <p:bg>
      <p:bgPr>
        <a:solidFill>
          <a:schemeClr val="accent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DA582C0-2883-D1CC-2728-B629878CEF87}"/>
              </a:ext>
            </a:extLst>
          </p:cNvPr>
          <p:cNvSpPr/>
          <p:nvPr userDrawn="1"/>
        </p:nvSpPr>
        <p:spPr>
          <a:xfrm>
            <a:off x="0" y="0"/>
            <a:ext cx="12192000" cy="6858351"/>
          </a:xfrm>
          <a:prstGeom prst="rect">
            <a:avLst/>
          </a:prstGeom>
          <a:solidFill>
            <a:schemeClr val="accent1">
              <a:alpha val="70216"/>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accent5"/>
                </a:solidFill>
              </a:defRPr>
            </a:lvl1pPr>
          </a:lstStyle>
          <a:p>
            <a:fld id="{4EE75B84-B7E0-4C4B-AC9D-894B0C074E7C}" type="slidenum">
              <a:rPr lang="en-PL" smtClean="0"/>
              <a:pPr/>
              <a:t>‹#›</a:t>
            </a:fld>
            <a:endParaRPr lang="en-PL" dirty="0"/>
          </a:p>
        </p:txBody>
      </p:sp>
      <p:sp>
        <p:nvSpPr>
          <p:cNvPr id="15" name="Freeform 14">
            <a:extLst>
              <a:ext uri="{FF2B5EF4-FFF2-40B4-BE49-F238E27FC236}">
                <a16:creationId xmlns:a16="http://schemas.microsoft.com/office/drawing/2014/main" id="{C1FEEDD8-28AA-BE3E-02E2-170FFB40470C}"/>
              </a:ext>
            </a:extLst>
          </p:cNvPr>
          <p:cNvSpPr/>
          <p:nvPr userDrawn="1"/>
        </p:nvSpPr>
        <p:spPr>
          <a:xfrm>
            <a:off x="6296481" y="-351"/>
            <a:ext cx="5895520" cy="1951072"/>
          </a:xfrm>
          <a:custGeom>
            <a:avLst/>
            <a:gdLst>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58756 w 9855101"/>
              <a:gd name="connsiteY7" fmla="*/ 8327921 h 12126752"/>
              <a:gd name="connsiteX8" fmla="*/ 592520 w 9855101"/>
              <a:gd name="connsiteY8" fmla="*/ 5251217 h 12126752"/>
              <a:gd name="connsiteX9" fmla="*/ 1635363 w 9855101"/>
              <a:gd name="connsiteY9" fmla="*/ 1999091 h 12126752"/>
              <a:gd name="connsiteX10" fmla="*/ 4494042 w 9855101"/>
              <a:gd name="connsiteY10" fmla="*/ 81983 h 12126752"/>
              <a:gd name="connsiteX11" fmla="*/ 7570489 w 9855101"/>
              <a:gd name="connsiteY11"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1732972 w 9855101"/>
              <a:gd name="connsiteY0" fmla="*/ 10121772 h 12126752"/>
              <a:gd name="connsiteX1" fmla="*/ 58756 w 9855101"/>
              <a:gd name="connsiteY1" fmla="*/ 8327921 h 12126752"/>
              <a:gd name="connsiteX2" fmla="*/ 592520 w 9855101"/>
              <a:gd name="connsiteY2" fmla="*/ 5251217 h 12126752"/>
              <a:gd name="connsiteX3" fmla="*/ 1635363 w 9855101"/>
              <a:gd name="connsiteY3" fmla="*/ 1999091 h 12126752"/>
              <a:gd name="connsiteX4" fmla="*/ 4494042 w 9855101"/>
              <a:gd name="connsiteY4" fmla="*/ 81983 h 12126752"/>
              <a:gd name="connsiteX5" fmla="*/ 7570489 w 9855101"/>
              <a:gd name="connsiteY5" fmla="*/ 1003774 h 12126752"/>
              <a:gd name="connsiteX6" fmla="*/ 8284143 w 9855101"/>
              <a:gd name="connsiteY6" fmla="*/ 4475255 h 12126752"/>
              <a:gd name="connsiteX7" fmla="*/ 9328763 w 9855101"/>
              <a:gd name="connsiteY7" fmla="*/ 6829838 h 12126752"/>
              <a:gd name="connsiteX8" fmla="*/ 9809249 w 9855101"/>
              <a:gd name="connsiteY8" fmla="*/ 9689785 h 12126752"/>
              <a:gd name="connsiteX9" fmla="*/ 8188160 w 9855101"/>
              <a:gd name="connsiteY9" fmla="*/ 12097161 h 12126752"/>
              <a:gd name="connsiteX10" fmla="*/ 5048943 w 9855101"/>
              <a:gd name="connsiteY10" fmla="*/ 11120830 h 12126752"/>
              <a:gd name="connsiteX11" fmla="*/ 2105409 w 9855101"/>
              <a:gd name="connsiteY11" fmla="*/ 10306958 h 12126752"/>
              <a:gd name="connsiteX12" fmla="*/ 1824412 w 9855101"/>
              <a:gd name="connsiteY12" fmla="*/ 10213212 h 12126752"/>
              <a:gd name="connsiteX0" fmla="*/ 962938 w 9806427"/>
              <a:gd name="connsiteY0" fmla="*/ 10203052 h 12126752"/>
              <a:gd name="connsiteX1" fmla="*/ 10082 w 9806427"/>
              <a:gd name="connsiteY1" fmla="*/ 8327921 h 12126752"/>
              <a:gd name="connsiteX2" fmla="*/ 543846 w 9806427"/>
              <a:gd name="connsiteY2" fmla="*/ 5251217 h 12126752"/>
              <a:gd name="connsiteX3" fmla="*/ 1586689 w 9806427"/>
              <a:gd name="connsiteY3" fmla="*/ 1999091 h 12126752"/>
              <a:gd name="connsiteX4" fmla="*/ 4445368 w 9806427"/>
              <a:gd name="connsiteY4" fmla="*/ 81983 h 12126752"/>
              <a:gd name="connsiteX5" fmla="*/ 7521815 w 9806427"/>
              <a:gd name="connsiteY5" fmla="*/ 1003774 h 12126752"/>
              <a:gd name="connsiteX6" fmla="*/ 8235469 w 9806427"/>
              <a:gd name="connsiteY6" fmla="*/ 4475255 h 12126752"/>
              <a:gd name="connsiteX7" fmla="*/ 9280089 w 9806427"/>
              <a:gd name="connsiteY7" fmla="*/ 6829838 h 12126752"/>
              <a:gd name="connsiteX8" fmla="*/ 9760575 w 9806427"/>
              <a:gd name="connsiteY8" fmla="*/ 9689785 h 12126752"/>
              <a:gd name="connsiteX9" fmla="*/ 8139486 w 9806427"/>
              <a:gd name="connsiteY9" fmla="*/ 12097161 h 12126752"/>
              <a:gd name="connsiteX10" fmla="*/ 5000269 w 9806427"/>
              <a:gd name="connsiteY10" fmla="*/ 11120830 h 12126752"/>
              <a:gd name="connsiteX11" fmla="*/ 2056735 w 9806427"/>
              <a:gd name="connsiteY11" fmla="*/ 10306958 h 12126752"/>
              <a:gd name="connsiteX12" fmla="*/ 1775738 w 9806427"/>
              <a:gd name="connsiteY12" fmla="*/ 10213212 h 1212675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10082 w 9806427"/>
              <a:gd name="connsiteY0" fmla="*/ 8327921 h 12319912"/>
              <a:gd name="connsiteX1" fmla="*/ 543846 w 9806427"/>
              <a:gd name="connsiteY1" fmla="*/ 5251217 h 12319912"/>
              <a:gd name="connsiteX2" fmla="*/ 1586689 w 9806427"/>
              <a:gd name="connsiteY2" fmla="*/ 1999091 h 12319912"/>
              <a:gd name="connsiteX3" fmla="*/ 4445368 w 9806427"/>
              <a:gd name="connsiteY3" fmla="*/ 81983 h 12319912"/>
              <a:gd name="connsiteX4" fmla="*/ 7521815 w 9806427"/>
              <a:gd name="connsiteY4" fmla="*/ 1003774 h 12319912"/>
              <a:gd name="connsiteX5" fmla="*/ 8235469 w 9806427"/>
              <a:gd name="connsiteY5" fmla="*/ 4475255 h 12319912"/>
              <a:gd name="connsiteX6" fmla="*/ 9280089 w 9806427"/>
              <a:gd name="connsiteY6" fmla="*/ 6829838 h 12319912"/>
              <a:gd name="connsiteX7" fmla="*/ 9760575 w 9806427"/>
              <a:gd name="connsiteY7" fmla="*/ 9689785 h 12319912"/>
              <a:gd name="connsiteX8" fmla="*/ 8139486 w 9806427"/>
              <a:gd name="connsiteY8" fmla="*/ 12097161 h 12319912"/>
              <a:gd name="connsiteX9" fmla="*/ 7566938 w 9806427"/>
              <a:gd name="connsiteY9" fmla="*/ 12102972 h 12319912"/>
              <a:gd name="connsiteX10" fmla="*/ 5000269 w 9806427"/>
              <a:gd name="connsiteY10" fmla="*/ 11120830 h 12319912"/>
              <a:gd name="connsiteX11" fmla="*/ 2056735 w 9806427"/>
              <a:gd name="connsiteY11" fmla="*/ 10306958 h 12319912"/>
              <a:gd name="connsiteX12" fmla="*/ 1775738 w 9806427"/>
              <a:gd name="connsiteY12" fmla="*/ 10213212 h 12319912"/>
              <a:gd name="connsiteX0" fmla="*/ 0 w 9262581"/>
              <a:gd name="connsiteY0" fmla="*/ 5251217 h 12319912"/>
              <a:gd name="connsiteX1" fmla="*/ 1042843 w 9262581"/>
              <a:gd name="connsiteY1" fmla="*/ 1999091 h 12319912"/>
              <a:gd name="connsiteX2" fmla="*/ 3901522 w 9262581"/>
              <a:gd name="connsiteY2" fmla="*/ 81983 h 12319912"/>
              <a:gd name="connsiteX3" fmla="*/ 6977969 w 9262581"/>
              <a:gd name="connsiteY3" fmla="*/ 1003774 h 12319912"/>
              <a:gd name="connsiteX4" fmla="*/ 7691623 w 9262581"/>
              <a:gd name="connsiteY4" fmla="*/ 4475255 h 12319912"/>
              <a:gd name="connsiteX5" fmla="*/ 8736243 w 9262581"/>
              <a:gd name="connsiteY5" fmla="*/ 6829838 h 12319912"/>
              <a:gd name="connsiteX6" fmla="*/ 9216729 w 9262581"/>
              <a:gd name="connsiteY6" fmla="*/ 9689785 h 12319912"/>
              <a:gd name="connsiteX7" fmla="*/ 7595640 w 9262581"/>
              <a:gd name="connsiteY7" fmla="*/ 12097161 h 12319912"/>
              <a:gd name="connsiteX8" fmla="*/ 7023092 w 9262581"/>
              <a:gd name="connsiteY8" fmla="*/ 12102972 h 12319912"/>
              <a:gd name="connsiteX9" fmla="*/ 4456423 w 9262581"/>
              <a:gd name="connsiteY9" fmla="*/ 11120830 h 12319912"/>
              <a:gd name="connsiteX10" fmla="*/ 1512889 w 9262581"/>
              <a:gd name="connsiteY10" fmla="*/ 10306958 h 12319912"/>
              <a:gd name="connsiteX11" fmla="*/ 1231892 w 9262581"/>
              <a:gd name="connsiteY11" fmla="*/ 10213212 h 12319912"/>
              <a:gd name="connsiteX0" fmla="*/ 0 w 8219738"/>
              <a:gd name="connsiteY0" fmla="*/ 1999091 h 12319912"/>
              <a:gd name="connsiteX1" fmla="*/ 2858679 w 8219738"/>
              <a:gd name="connsiteY1" fmla="*/ 81983 h 12319912"/>
              <a:gd name="connsiteX2" fmla="*/ 5935126 w 8219738"/>
              <a:gd name="connsiteY2" fmla="*/ 1003774 h 12319912"/>
              <a:gd name="connsiteX3" fmla="*/ 6648780 w 8219738"/>
              <a:gd name="connsiteY3" fmla="*/ 4475255 h 12319912"/>
              <a:gd name="connsiteX4" fmla="*/ 7693400 w 8219738"/>
              <a:gd name="connsiteY4" fmla="*/ 6829838 h 12319912"/>
              <a:gd name="connsiteX5" fmla="*/ 8173886 w 8219738"/>
              <a:gd name="connsiteY5" fmla="*/ 9689785 h 12319912"/>
              <a:gd name="connsiteX6" fmla="*/ 6552797 w 8219738"/>
              <a:gd name="connsiteY6" fmla="*/ 12097161 h 12319912"/>
              <a:gd name="connsiteX7" fmla="*/ 5980249 w 8219738"/>
              <a:gd name="connsiteY7" fmla="*/ 12102972 h 12319912"/>
              <a:gd name="connsiteX8" fmla="*/ 3413580 w 8219738"/>
              <a:gd name="connsiteY8" fmla="*/ 11120830 h 12319912"/>
              <a:gd name="connsiteX9" fmla="*/ 470046 w 8219738"/>
              <a:gd name="connsiteY9" fmla="*/ 10306958 h 12319912"/>
              <a:gd name="connsiteX10" fmla="*/ 189049 w 8219738"/>
              <a:gd name="connsiteY10" fmla="*/ 10213212 h 12319912"/>
              <a:gd name="connsiteX0" fmla="*/ 2773950 w 8135009"/>
              <a:gd name="connsiteY0" fmla="*/ 81983 h 12319912"/>
              <a:gd name="connsiteX1" fmla="*/ 5850397 w 8135009"/>
              <a:gd name="connsiteY1" fmla="*/ 1003774 h 12319912"/>
              <a:gd name="connsiteX2" fmla="*/ 6564051 w 8135009"/>
              <a:gd name="connsiteY2" fmla="*/ 4475255 h 12319912"/>
              <a:gd name="connsiteX3" fmla="*/ 7608671 w 8135009"/>
              <a:gd name="connsiteY3" fmla="*/ 6829838 h 12319912"/>
              <a:gd name="connsiteX4" fmla="*/ 8089157 w 8135009"/>
              <a:gd name="connsiteY4" fmla="*/ 9689785 h 12319912"/>
              <a:gd name="connsiteX5" fmla="*/ 6468068 w 8135009"/>
              <a:gd name="connsiteY5" fmla="*/ 12097161 h 12319912"/>
              <a:gd name="connsiteX6" fmla="*/ 5895520 w 8135009"/>
              <a:gd name="connsiteY6" fmla="*/ 12102972 h 12319912"/>
              <a:gd name="connsiteX7" fmla="*/ 3328851 w 8135009"/>
              <a:gd name="connsiteY7" fmla="*/ 11120830 h 12319912"/>
              <a:gd name="connsiteX8" fmla="*/ 385317 w 8135009"/>
              <a:gd name="connsiteY8" fmla="*/ 10306958 h 12319912"/>
              <a:gd name="connsiteX9" fmla="*/ 104320 w 8135009"/>
              <a:gd name="connsiteY9" fmla="*/ 10213212 h 12319912"/>
              <a:gd name="connsiteX0" fmla="*/ 2773950 w 8135323"/>
              <a:gd name="connsiteY0" fmla="*/ 81983 h 12319912"/>
              <a:gd name="connsiteX1" fmla="*/ 5850397 w 8135323"/>
              <a:gd name="connsiteY1" fmla="*/ 1003774 h 12319912"/>
              <a:gd name="connsiteX2" fmla="*/ 7608671 w 8135323"/>
              <a:gd name="connsiteY2" fmla="*/ 6829838 h 12319912"/>
              <a:gd name="connsiteX3" fmla="*/ 8089157 w 8135323"/>
              <a:gd name="connsiteY3" fmla="*/ 9689785 h 12319912"/>
              <a:gd name="connsiteX4" fmla="*/ 6468068 w 8135323"/>
              <a:gd name="connsiteY4" fmla="*/ 12097161 h 12319912"/>
              <a:gd name="connsiteX5" fmla="*/ 5895520 w 8135323"/>
              <a:gd name="connsiteY5" fmla="*/ 12102972 h 12319912"/>
              <a:gd name="connsiteX6" fmla="*/ 3328851 w 8135323"/>
              <a:gd name="connsiteY6" fmla="*/ 11120830 h 12319912"/>
              <a:gd name="connsiteX7" fmla="*/ 385317 w 8135323"/>
              <a:gd name="connsiteY7" fmla="*/ 10306958 h 12319912"/>
              <a:gd name="connsiteX8" fmla="*/ 104320 w 8135323"/>
              <a:gd name="connsiteY8" fmla="*/ 10213212 h 12319912"/>
              <a:gd name="connsiteX0" fmla="*/ 2773950 w 8089157"/>
              <a:gd name="connsiteY0" fmla="*/ 81983 h 12319912"/>
              <a:gd name="connsiteX1" fmla="*/ 5850397 w 8089157"/>
              <a:gd name="connsiteY1" fmla="*/ 1003774 h 12319912"/>
              <a:gd name="connsiteX2" fmla="*/ 8089157 w 8089157"/>
              <a:gd name="connsiteY2" fmla="*/ 9689785 h 12319912"/>
              <a:gd name="connsiteX3" fmla="*/ 6468068 w 8089157"/>
              <a:gd name="connsiteY3" fmla="*/ 12097161 h 12319912"/>
              <a:gd name="connsiteX4" fmla="*/ 5895520 w 8089157"/>
              <a:gd name="connsiteY4" fmla="*/ 12102972 h 12319912"/>
              <a:gd name="connsiteX5" fmla="*/ 3328851 w 8089157"/>
              <a:gd name="connsiteY5" fmla="*/ 11120830 h 12319912"/>
              <a:gd name="connsiteX6" fmla="*/ 385317 w 8089157"/>
              <a:gd name="connsiteY6" fmla="*/ 10306958 h 12319912"/>
              <a:gd name="connsiteX7" fmla="*/ 104320 w 8089157"/>
              <a:gd name="connsiteY7" fmla="*/ 10213212 h 12319912"/>
              <a:gd name="connsiteX0" fmla="*/ 5850397 w 8089157"/>
              <a:gd name="connsiteY0" fmla="*/ 0 h 11316138"/>
              <a:gd name="connsiteX1" fmla="*/ 8089157 w 8089157"/>
              <a:gd name="connsiteY1" fmla="*/ 8686011 h 11316138"/>
              <a:gd name="connsiteX2" fmla="*/ 6468068 w 8089157"/>
              <a:gd name="connsiteY2" fmla="*/ 11093387 h 11316138"/>
              <a:gd name="connsiteX3" fmla="*/ 5895520 w 8089157"/>
              <a:gd name="connsiteY3" fmla="*/ 11099198 h 11316138"/>
              <a:gd name="connsiteX4" fmla="*/ 3328851 w 8089157"/>
              <a:gd name="connsiteY4" fmla="*/ 10117056 h 11316138"/>
              <a:gd name="connsiteX5" fmla="*/ 385317 w 8089157"/>
              <a:gd name="connsiteY5" fmla="*/ 9303184 h 11316138"/>
              <a:gd name="connsiteX6" fmla="*/ 104320 w 8089157"/>
              <a:gd name="connsiteY6" fmla="*/ 9209438 h 11316138"/>
              <a:gd name="connsiteX0" fmla="*/ 8089157 w 8089157"/>
              <a:gd name="connsiteY0" fmla="*/ 0 h 2630127"/>
              <a:gd name="connsiteX1" fmla="*/ 6468068 w 8089157"/>
              <a:gd name="connsiteY1" fmla="*/ 2407376 h 2630127"/>
              <a:gd name="connsiteX2" fmla="*/ 5895520 w 8089157"/>
              <a:gd name="connsiteY2" fmla="*/ 2413187 h 2630127"/>
              <a:gd name="connsiteX3" fmla="*/ 3328851 w 8089157"/>
              <a:gd name="connsiteY3" fmla="*/ 1431045 h 2630127"/>
              <a:gd name="connsiteX4" fmla="*/ 385317 w 8089157"/>
              <a:gd name="connsiteY4" fmla="*/ 617173 h 2630127"/>
              <a:gd name="connsiteX5" fmla="*/ 104320 w 8089157"/>
              <a:gd name="connsiteY5" fmla="*/ 523427 h 2630127"/>
              <a:gd name="connsiteX0" fmla="*/ 6468068 w 6468068"/>
              <a:gd name="connsiteY0" fmla="*/ 1945261 h 2168012"/>
              <a:gd name="connsiteX1" fmla="*/ 5895520 w 6468068"/>
              <a:gd name="connsiteY1" fmla="*/ 1951072 h 2168012"/>
              <a:gd name="connsiteX2" fmla="*/ 3328851 w 6468068"/>
              <a:gd name="connsiteY2" fmla="*/ 968930 h 2168012"/>
              <a:gd name="connsiteX3" fmla="*/ 385317 w 6468068"/>
              <a:gd name="connsiteY3" fmla="*/ 155058 h 2168012"/>
              <a:gd name="connsiteX4" fmla="*/ 104320 w 6468068"/>
              <a:gd name="connsiteY4" fmla="*/ 61312 h 2168012"/>
              <a:gd name="connsiteX0" fmla="*/ 5895520 w 5895520"/>
              <a:gd name="connsiteY0" fmla="*/ 1951072 h 1951072"/>
              <a:gd name="connsiteX1" fmla="*/ 3328851 w 5895520"/>
              <a:gd name="connsiteY1" fmla="*/ 968930 h 1951072"/>
              <a:gd name="connsiteX2" fmla="*/ 385317 w 5895520"/>
              <a:gd name="connsiteY2" fmla="*/ 155058 h 1951072"/>
              <a:gd name="connsiteX3" fmla="*/ 104320 w 5895520"/>
              <a:gd name="connsiteY3" fmla="*/ 61312 h 1951072"/>
            </a:gdLst>
            <a:ahLst/>
            <a:cxnLst>
              <a:cxn ang="0">
                <a:pos x="connsiteX0" y="connsiteY0"/>
              </a:cxn>
              <a:cxn ang="0">
                <a:pos x="connsiteX1" y="connsiteY1"/>
              </a:cxn>
              <a:cxn ang="0">
                <a:pos x="connsiteX2" y="connsiteY2"/>
              </a:cxn>
              <a:cxn ang="0">
                <a:pos x="connsiteX3" y="connsiteY3"/>
              </a:cxn>
            </a:cxnLst>
            <a:rect l="l" t="t" r="r" b="b"/>
            <a:pathLst>
              <a:path w="5895520" h="1951072">
                <a:moveTo>
                  <a:pt x="5895520" y="1951072"/>
                </a:moveTo>
                <a:cubicBezTo>
                  <a:pt x="5138637" y="1828990"/>
                  <a:pt x="4247218" y="1268266"/>
                  <a:pt x="3328851" y="968930"/>
                </a:cubicBezTo>
                <a:cubicBezTo>
                  <a:pt x="2260922" y="568539"/>
                  <a:pt x="1310983" y="530558"/>
                  <a:pt x="385317" y="155058"/>
                </a:cubicBezTo>
                <a:cubicBezTo>
                  <a:pt x="-167345" y="-11452"/>
                  <a:pt x="8549" y="-45729"/>
                  <a:pt x="104320" y="61312"/>
                </a:cubicBezTo>
              </a:path>
            </a:pathLst>
          </a:custGeom>
          <a:noFill/>
          <a:ln w="19110" cap="flat">
            <a:solidFill>
              <a:schemeClr val="accent4"/>
            </a:solid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8E1DB3D8-9AE0-A93F-1CB2-11A243F896F9}"/>
              </a:ext>
            </a:extLst>
          </p:cNvPr>
          <p:cNvSpPr/>
          <p:nvPr userDrawn="1"/>
        </p:nvSpPr>
        <p:spPr>
          <a:xfrm>
            <a:off x="8539686" y="0"/>
            <a:ext cx="3652315" cy="1538876"/>
          </a:xfrm>
          <a:custGeom>
            <a:avLst/>
            <a:gdLst>
              <a:gd name="connsiteX0" fmla="*/ 0 w 3652315"/>
              <a:gd name="connsiteY0" fmla="*/ 0 h 1538876"/>
              <a:gd name="connsiteX1" fmla="*/ 3652315 w 3652315"/>
              <a:gd name="connsiteY1" fmla="*/ 0 h 1538876"/>
              <a:gd name="connsiteX2" fmla="*/ 3652315 w 3652315"/>
              <a:gd name="connsiteY2" fmla="*/ 1537398 h 1538876"/>
              <a:gd name="connsiteX3" fmla="*/ 3596909 w 3652315"/>
              <a:gd name="connsiteY3" fmla="*/ 1538876 h 1538876"/>
              <a:gd name="connsiteX4" fmla="*/ 2266115 w 3652315"/>
              <a:gd name="connsiteY4" fmla="*/ 1064401 h 1538876"/>
              <a:gd name="connsiteX5" fmla="*/ 864418 w 3652315"/>
              <a:gd name="connsiteY5" fmla="*/ 681134 h 1538876"/>
              <a:gd name="connsiteX6" fmla="*/ 23705 w 3652315"/>
              <a:gd name="connsiteY6" fmla="*/ 42529 h 153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52315" h="1538876">
                <a:moveTo>
                  <a:pt x="0" y="0"/>
                </a:moveTo>
                <a:lnTo>
                  <a:pt x="3652315" y="0"/>
                </a:lnTo>
                <a:lnTo>
                  <a:pt x="3652315" y="1537398"/>
                </a:lnTo>
                <a:lnTo>
                  <a:pt x="3596909" y="1538876"/>
                </a:lnTo>
                <a:cubicBezTo>
                  <a:pt x="3199795" y="1528044"/>
                  <a:pt x="2711216" y="1229830"/>
                  <a:pt x="2266115" y="1064401"/>
                </a:cubicBezTo>
                <a:cubicBezTo>
                  <a:pt x="1757427" y="875333"/>
                  <a:pt x="1305335" y="858549"/>
                  <a:pt x="864418" y="681134"/>
                </a:cubicBezTo>
                <a:cubicBezTo>
                  <a:pt x="534562" y="547937"/>
                  <a:pt x="210299" y="324487"/>
                  <a:pt x="23705" y="42529"/>
                </a:cubicBezTo>
                <a:close/>
              </a:path>
            </a:pathLst>
          </a:cu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 name="Title 1">
            <a:extLst>
              <a:ext uri="{FF2B5EF4-FFF2-40B4-BE49-F238E27FC236}">
                <a16:creationId xmlns:a16="http://schemas.microsoft.com/office/drawing/2014/main" id="{9EBD63F1-7387-8016-1A7E-B60E66B407E2}"/>
              </a:ext>
            </a:extLst>
          </p:cNvPr>
          <p:cNvSpPr>
            <a:spLocks noGrp="1"/>
          </p:cNvSpPr>
          <p:nvPr>
            <p:ph type="title" hasCustomPrompt="1"/>
          </p:nvPr>
        </p:nvSpPr>
        <p:spPr>
          <a:xfrm>
            <a:off x="555600" y="1811656"/>
            <a:ext cx="11085538" cy="798091"/>
          </a:xfrm>
        </p:spPr>
        <p:txBody>
          <a:bodyPr/>
          <a:lstStyle>
            <a:lvl1pPr>
              <a:defRPr>
                <a:solidFill>
                  <a:schemeClr val="accent4"/>
                </a:solidFill>
              </a:defRPr>
            </a:lvl1pPr>
          </a:lstStyle>
          <a:p>
            <a:r>
              <a:rPr lang="en-GB" dirty="0"/>
              <a:t>Title of contents</a:t>
            </a:r>
            <a:endParaRPr lang="en-PL" dirty="0"/>
          </a:p>
        </p:txBody>
      </p:sp>
      <p:sp>
        <p:nvSpPr>
          <p:cNvPr id="6" name="Text Placeholder 6">
            <a:extLst>
              <a:ext uri="{FF2B5EF4-FFF2-40B4-BE49-F238E27FC236}">
                <a16:creationId xmlns:a16="http://schemas.microsoft.com/office/drawing/2014/main" id="{06DC2B1A-1B13-5F1D-A951-E71FF2869ABE}"/>
              </a:ext>
            </a:extLst>
          </p:cNvPr>
          <p:cNvSpPr>
            <a:spLocks noGrp="1"/>
          </p:cNvSpPr>
          <p:nvPr>
            <p:ph idx="1"/>
          </p:nvPr>
        </p:nvSpPr>
        <p:spPr>
          <a:xfrm>
            <a:off x="550863" y="2823101"/>
            <a:ext cx="11085538" cy="268951"/>
          </a:xfrm>
          <a:prstGeom prst="rect">
            <a:avLst/>
          </a:prstGeom>
        </p:spPr>
        <p:txBody>
          <a:bodyPr vert="horz" lIns="0" tIns="0" rIns="0" bIns="0" rtlCol="0">
            <a:normAutofit/>
          </a:bodyPr>
          <a:lstStyle>
            <a:lvl1pPr marL="0" indent="0">
              <a:buNone/>
              <a:defRPr sz="1600">
                <a:solidFill>
                  <a:schemeClr val="accent4"/>
                </a:solidFill>
              </a:defRPr>
            </a:lvl1pPr>
            <a:lvl2pPr marL="457200" indent="0">
              <a:buNone/>
              <a:defRPr/>
            </a:lvl2pPr>
            <a:lvl3pPr marL="914400" indent="0">
              <a:buNone/>
              <a:defRPr/>
            </a:lvl3pPr>
          </a:lstStyle>
          <a:p>
            <a:pPr lvl="0"/>
            <a:r>
              <a:rPr lang="en-US"/>
              <a:t>Click to edit Master text styles</a:t>
            </a:r>
          </a:p>
        </p:txBody>
      </p:sp>
    </p:spTree>
    <p:extLst>
      <p:ext uri="{BB962C8B-B14F-4D97-AF65-F5344CB8AC3E}">
        <p14:creationId xmlns:p14="http://schemas.microsoft.com/office/powerpoint/2010/main" val="20503674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eople-contact_ligh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3946270-C3AA-4994-9449-4F2D9BB8B541}"/>
              </a:ext>
            </a:extLst>
          </p:cNvPr>
          <p:cNvSpPr>
            <a:spLocks noGrp="1"/>
          </p:cNvSpPr>
          <p:nvPr>
            <p:ph type="sldNum" sz="quarter" idx="10"/>
          </p:nvPr>
        </p:nvSpPr>
        <p:spPr/>
        <p:txBody>
          <a:bodyPr/>
          <a:lstStyle/>
          <a:p>
            <a:fld id="{B55D9570-D3FC-6D43-AC32-D988B1849109}" type="slidenum">
              <a:rPr lang="en-PL" smtClean="0"/>
              <a:pPr/>
              <a:t>‹#›</a:t>
            </a:fld>
            <a:endParaRPr lang="en-PL" dirty="0"/>
          </a:p>
        </p:txBody>
      </p:sp>
      <p:sp>
        <p:nvSpPr>
          <p:cNvPr id="32" name="Freeform 31">
            <a:extLst>
              <a:ext uri="{FF2B5EF4-FFF2-40B4-BE49-F238E27FC236}">
                <a16:creationId xmlns:a16="http://schemas.microsoft.com/office/drawing/2014/main" id="{04A8B277-D638-318B-92A8-028D67937AC2}"/>
              </a:ext>
            </a:extLst>
          </p:cNvPr>
          <p:cNvSpPr/>
          <p:nvPr userDrawn="1"/>
        </p:nvSpPr>
        <p:spPr>
          <a:xfrm>
            <a:off x="4737315" y="0"/>
            <a:ext cx="2195750" cy="6858000"/>
          </a:xfrm>
          <a:custGeom>
            <a:avLst/>
            <a:gdLst>
              <a:gd name="connsiteX0" fmla="*/ 1969084 w 2195750"/>
              <a:gd name="connsiteY0" fmla="*/ 0 h 6858000"/>
              <a:gd name="connsiteX1" fmla="*/ 2195750 w 2195750"/>
              <a:gd name="connsiteY1" fmla="*/ 0 h 6858000"/>
              <a:gd name="connsiteX2" fmla="*/ 2161525 w 2195750"/>
              <a:gd name="connsiteY2" fmla="*/ 65203 h 6858000"/>
              <a:gd name="connsiteX3" fmla="*/ 1923048 w 2195750"/>
              <a:gd name="connsiteY3" fmla="*/ 564173 h 6858000"/>
              <a:gd name="connsiteX4" fmla="*/ 1313940 w 2195750"/>
              <a:gd name="connsiteY4" fmla="*/ 3942588 h 6858000"/>
              <a:gd name="connsiteX5" fmla="*/ 201511 w 2195750"/>
              <a:gd name="connsiteY5" fmla="*/ 6832245 h 6858000"/>
              <a:gd name="connsiteX6" fmla="*/ 182865 w 2195750"/>
              <a:gd name="connsiteY6" fmla="*/ 6858000 h 6858000"/>
              <a:gd name="connsiteX7" fmla="*/ 0 w 2195750"/>
              <a:gd name="connsiteY7" fmla="*/ 6858000 h 6858000"/>
              <a:gd name="connsiteX8" fmla="*/ 18654 w 2195750"/>
              <a:gd name="connsiteY8" fmla="*/ 6824101 h 6858000"/>
              <a:gd name="connsiteX9" fmla="*/ 705793 w 2195750"/>
              <a:gd name="connsiteY9" fmla="*/ 4649039 h 6858000"/>
              <a:gd name="connsiteX10" fmla="*/ 1314901 w 2195750"/>
              <a:gd name="connsiteY10" fmla="*/ 1270626 h 6858000"/>
              <a:gd name="connsiteX11" fmla="*/ 1833431 w 2195750"/>
              <a:gd name="connsiteY11" fmla="*/ 24687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95750" h="6858000">
                <a:moveTo>
                  <a:pt x="1969084" y="0"/>
                </a:moveTo>
                <a:lnTo>
                  <a:pt x="2195750" y="0"/>
                </a:lnTo>
                <a:lnTo>
                  <a:pt x="2161525" y="65203"/>
                </a:lnTo>
                <a:cubicBezTo>
                  <a:pt x="2073851" y="236177"/>
                  <a:pt x="1993106" y="402849"/>
                  <a:pt x="1923048" y="564173"/>
                </a:cubicBezTo>
                <a:cubicBezTo>
                  <a:pt x="1362597" y="1854765"/>
                  <a:pt x="1483348" y="2808922"/>
                  <a:pt x="1313940" y="3942588"/>
                </a:cubicBezTo>
                <a:cubicBezTo>
                  <a:pt x="1173913" y="4862569"/>
                  <a:pt x="844277" y="5901971"/>
                  <a:pt x="201511" y="6832245"/>
                </a:cubicBezTo>
                <a:lnTo>
                  <a:pt x="182865" y="6858000"/>
                </a:lnTo>
                <a:lnTo>
                  <a:pt x="0" y="6858000"/>
                </a:lnTo>
                <a:lnTo>
                  <a:pt x="18654" y="6824101"/>
                </a:lnTo>
                <a:cubicBezTo>
                  <a:pt x="389098" y="6096186"/>
                  <a:pt x="600773" y="5339025"/>
                  <a:pt x="705793" y="4649039"/>
                </a:cubicBezTo>
                <a:cubicBezTo>
                  <a:pt x="875192" y="3515373"/>
                  <a:pt x="754440" y="2561216"/>
                  <a:pt x="1314901" y="1270626"/>
                </a:cubicBezTo>
                <a:cubicBezTo>
                  <a:pt x="1455017" y="947978"/>
                  <a:pt x="1637882" y="603935"/>
                  <a:pt x="1833431" y="246878"/>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1" name="Freeform 40">
            <a:extLst>
              <a:ext uri="{FF2B5EF4-FFF2-40B4-BE49-F238E27FC236}">
                <a16:creationId xmlns:a16="http://schemas.microsoft.com/office/drawing/2014/main" id="{37278615-7553-2C74-7514-E58F0F9C319C}"/>
              </a:ext>
            </a:extLst>
          </p:cNvPr>
          <p:cNvSpPr/>
          <p:nvPr userDrawn="1"/>
        </p:nvSpPr>
        <p:spPr>
          <a:xfrm>
            <a:off x="4908605" y="0"/>
            <a:ext cx="2503877" cy="6858000"/>
          </a:xfrm>
          <a:custGeom>
            <a:avLst/>
            <a:gdLst>
              <a:gd name="connsiteX0" fmla="*/ 2012930 w 2503877"/>
              <a:gd name="connsiteY0" fmla="*/ 0 h 6858000"/>
              <a:gd name="connsiteX1" fmla="*/ 2503877 w 2503877"/>
              <a:gd name="connsiteY1" fmla="*/ 0 h 6858000"/>
              <a:gd name="connsiteX2" fmla="*/ 2315406 w 2503877"/>
              <a:gd name="connsiteY2" fmla="*/ 352946 h 6858000"/>
              <a:gd name="connsiteX3" fmla="*/ 1809165 w 2503877"/>
              <a:gd name="connsiteY3" fmla="*/ 1382831 h 6858000"/>
              <a:gd name="connsiteX4" fmla="*/ 1240526 w 2503877"/>
              <a:gd name="connsiteY4" fmla="*/ 4768301 h 6858000"/>
              <a:gd name="connsiteX5" fmla="*/ 660130 w 2503877"/>
              <a:gd name="connsiteY5" fmla="*/ 6782002 h 6858000"/>
              <a:gd name="connsiteX6" fmla="*/ 623493 w 2503877"/>
              <a:gd name="connsiteY6" fmla="*/ 6858000 h 6858000"/>
              <a:gd name="connsiteX7" fmla="*/ 0 w 2503877"/>
              <a:gd name="connsiteY7" fmla="*/ 6858000 h 6858000"/>
              <a:gd name="connsiteX8" fmla="*/ 18646 w 2503877"/>
              <a:gd name="connsiteY8" fmla="*/ 6832245 h 6858000"/>
              <a:gd name="connsiteX9" fmla="*/ 1131075 w 2503877"/>
              <a:gd name="connsiteY9" fmla="*/ 3942588 h 6858000"/>
              <a:gd name="connsiteX10" fmla="*/ 1740183 w 2503877"/>
              <a:gd name="connsiteY10" fmla="*/ 564173 h 6858000"/>
              <a:gd name="connsiteX11" fmla="*/ 1946115 w 2503877"/>
              <a:gd name="connsiteY11" fmla="*/ 1291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03877" h="6858000">
                <a:moveTo>
                  <a:pt x="2012930" y="0"/>
                </a:moveTo>
                <a:lnTo>
                  <a:pt x="2503877" y="0"/>
                </a:lnTo>
                <a:lnTo>
                  <a:pt x="2315406" y="352946"/>
                </a:lnTo>
                <a:cubicBezTo>
                  <a:pt x="2124143" y="712320"/>
                  <a:pt x="1945409" y="1058528"/>
                  <a:pt x="1809165" y="1382831"/>
                </a:cubicBezTo>
                <a:cubicBezTo>
                  <a:pt x="1264183" y="2680040"/>
                  <a:pt x="1396349" y="3632683"/>
                  <a:pt x="1240526" y="4768301"/>
                </a:cubicBezTo>
                <a:cubicBezTo>
                  <a:pt x="1151210" y="5406326"/>
                  <a:pt x="971709" y="6102673"/>
                  <a:pt x="660130" y="6782002"/>
                </a:cubicBezTo>
                <a:lnTo>
                  <a:pt x="623493" y="6858000"/>
                </a:lnTo>
                <a:lnTo>
                  <a:pt x="0" y="6858000"/>
                </a:lnTo>
                <a:lnTo>
                  <a:pt x="18646" y="6832245"/>
                </a:lnTo>
                <a:cubicBezTo>
                  <a:pt x="661412" y="5901971"/>
                  <a:pt x="991048" y="4862569"/>
                  <a:pt x="1131075" y="3942588"/>
                </a:cubicBezTo>
                <a:cubicBezTo>
                  <a:pt x="1300483" y="2808922"/>
                  <a:pt x="1179732" y="1854765"/>
                  <a:pt x="1740183" y="564173"/>
                </a:cubicBezTo>
                <a:cubicBezTo>
                  <a:pt x="1801484" y="423015"/>
                  <a:pt x="1870967" y="277761"/>
                  <a:pt x="1946115" y="129115"/>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4" name="Picture Placeholder 43">
            <a:extLst>
              <a:ext uri="{FF2B5EF4-FFF2-40B4-BE49-F238E27FC236}">
                <a16:creationId xmlns:a16="http://schemas.microsoft.com/office/drawing/2014/main" id="{CF3E8D10-1FC1-0D74-F938-96FDB84FC281}"/>
              </a:ext>
            </a:extLst>
          </p:cNvPr>
          <p:cNvSpPr>
            <a:spLocks noGrp="1"/>
          </p:cNvSpPr>
          <p:nvPr>
            <p:ph type="pic" sz="quarter" idx="20"/>
          </p:nvPr>
        </p:nvSpPr>
        <p:spPr>
          <a:xfrm>
            <a:off x="5520523" y="0"/>
            <a:ext cx="6671477" cy="6858000"/>
          </a:xfrm>
          <a:custGeom>
            <a:avLst/>
            <a:gdLst>
              <a:gd name="connsiteX0" fmla="*/ 1880384 w 6671477"/>
              <a:gd name="connsiteY0" fmla="*/ 0 h 6858000"/>
              <a:gd name="connsiteX1" fmla="*/ 6671477 w 6671477"/>
              <a:gd name="connsiteY1" fmla="*/ 0 h 6858000"/>
              <a:gd name="connsiteX2" fmla="*/ 6671477 w 6671477"/>
              <a:gd name="connsiteY2" fmla="*/ 6858000 h 6858000"/>
              <a:gd name="connsiteX3" fmla="*/ 0 w 6671477"/>
              <a:gd name="connsiteY3" fmla="*/ 6858000 h 6858000"/>
              <a:gd name="connsiteX4" fmla="*/ 36637 w 6671477"/>
              <a:gd name="connsiteY4" fmla="*/ 6782002 h 6858000"/>
              <a:gd name="connsiteX5" fmla="*/ 617033 w 6671477"/>
              <a:gd name="connsiteY5" fmla="*/ 4768301 h 6858000"/>
              <a:gd name="connsiteX6" fmla="*/ 1185672 w 6671477"/>
              <a:gd name="connsiteY6" fmla="*/ 1382831 h 6858000"/>
              <a:gd name="connsiteX7" fmla="*/ 1691913 w 6671477"/>
              <a:gd name="connsiteY7" fmla="*/ 3529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71477" h="6858000">
                <a:moveTo>
                  <a:pt x="1880384" y="0"/>
                </a:moveTo>
                <a:lnTo>
                  <a:pt x="6671477" y="0"/>
                </a:lnTo>
                <a:lnTo>
                  <a:pt x="6671477" y="6858000"/>
                </a:lnTo>
                <a:lnTo>
                  <a:pt x="0" y="6858000"/>
                </a:lnTo>
                <a:lnTo>
                  <a:pt x="36637" y="6782002"/>
                </a:lnTo>
                <a:cubicBezTo>
                  <a:pt x="348216" y="6102673"/>
                  <a:pt x="527717" y="5406326"/>
                  <a:pt x="617033" y="4768301"/>
                </a:cubicBezTo>
                <a:cubicBezTo>
                  <a:pt x="772856" y="3632683"/>
                  <a:pt x="640690" y="2680040"/>
                  <a:pt x="1185672" y="1382831"/>
                </a:cubicBezTo>
                <a:cubicBezTo>
                  <a:pt x="1321916" y="1058528"/>
                  <a:pt x="1500650" y="712320"/>
                  <a:pt x="1691913" y="352946"/>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
        <p:nvSpPr>
          <p:cNvPr id="45" name="Title 1">
            <a:extLst>
              <a:ext uri="{FF2B5EF4-FFF2-40B4-BE49-F238E27FC236}">
                <a16:creationId xmlns:a16="http://schemas.microsoft.com/office/drawing/2014/main" id="{2E535BBA-2598-39AE-4E7D-44C2A1A397F3}"/>
              </a:ext>
            </a:extLst>
          </p:cNvPr>
          <p:cNvSpPr>
            <a:spLocks noGrp="1"/>
          </p:cNvSpPr>
          <p:nvPr>
            <p:ph type="title" hasCustomPrompt="1"/>
          </p:nvPr>
        </p:nvSpPr>
        <p:spPr>
          <a:xfrm>
            <a:off x="554038" y="549476"/>
            <a:ext cx="4546709" cy="637427"/>
          </a:xfrm>
        </p:spPr>
        <p:txBody>
          <a:bodyPr/>
          <a:lstStyle>
            <a:lvl1pPr>
              <a:defRPr>
                <a:solidFill>
                  <a:schemeClr val="tx2"/>
                </a:solidFill>
              </a:defRPr>
            </a:lvl1pPr>
          </a:lstStyle>
          <a:p>
            <a:r>
              <a:rPr lang="en-GB" dirty="0"/>
              <a:t>Title of contents</a:t>
            </a:r>
          </a:p>
        </p:txBody>
      </p:sp>
      <p:sp>
        <p:nvSpPr>
          <p:cNvPr id="46" name="Text Placeholder 6">
            <a:extLst>
              <a:ext uri="{FF2B5EF4-FFF2-40B4-BE49-F238E27FC236}">
                <a16:creationId xmlns:a16="http://schemas.microsoft.com/office/drawing/2014/main" id="{AB880D4A-6A89-A7D6-31B7-F532E7C6AE05}"/>
              </a:ext>
            </a:extLst>
          </p:cNvPr>
          <p:cNvSpPr>
            <a:spLocks noGrp="1"/>
          </p:cNvSpPr>
          <p:nvPr>
            <p:ph idx="1" hasCustomPrompt="1"/>
          </p:nvPr>
        </p:nvSpPr>
        <p:spPr>
          <a:xfrm>
            <a:off x="2069437" y="2714758"/>
            <a:ext cx="3028136" cy="341809"/>
          </a:xfrm>
          <a:prstGeom prst="rect">
            <a:avLst/>
          </a:prstGeom>
        </p:spPr>
        <p:txBody>
          <a:bodyPr vert="horz" lIns="0" tIns="0" rIns="0" bIns="0" rtlCol="0">
            <a:normAutofit/>
          </a:bodyPr>
          <a:lstStyle>
            <a:lvl1pPr marL="12700" indent="0" algn="l">
              <a:buNone/>
              <a:tabLst/>
              <a:defRPr b="1">
                <a:solidFill>
                  <a:schemeClr val="tx2"/>
                </a:solidFill>
              </a:defRPr>
            </a:lvl1pPr>
            <a:lvl2pPr marL="184150" indent="-171450" algn="l">
              <a:buFont typeface="Arial" panose="020B0604020202020204" pitchFamily="34" charset="0"/>
              <a:buChar char="•"/>
              <a:tabLst/>
              <a:defRPr>
                <a:solidFill>
                  <a:schemeClr val="accent3"/>
                </a:solidFill>
              </a:defRPr>
            </a:lvl2pPr>
            <a:lvl3pPr marL="12700" indent="0">
              <a:buNone/>
              <a:tabLst/>
              <a:defRPr/>
            </a:lvl3pPr>
          </a:lstStyle>
          <a:p>
            <a:pPr lvl="0"/>
            <a:r>
              <a:rPr lang="en-GB" dirty="0"/>
              <a:t>Name and Surname</a:t>
            </a:r>
          </a:p>
        </p:txBody>
      </p:sp>
      <p:sp>
        <p:nvSpPr>
          <p:cNvPr id="47" name="Text Placeholder 10">
            <a:extLst>
              <a:ext uri="{FF2B5EF4-FFF2-40B4-BE49-F238E27FC236}">
                <a16:creationId xmlns:a16="http://schemas.microsoft.com/office/drawing/2014/main" id="{0A006DDE-B64B-8B19-DFF3-E607D57AB875}"/>
              </a:ext>
            </a:extLst>
          </p:cNvPr>
          <p:cNvSpPr>
            <a:spLocks noGrp="1"/>
          </p:cNvSpPr>
          <p:nvPr>
            <p:ph type="body" sz="quarter" idx="11"/>
          </p:nvPr>
        </p:nvSpPr>
        <p:spPr>
          <a:xfrm>
            <a:off x="2069437" y="3059440"/>
            <a:ext cx="3028137" cy="617795"/>
          </a:xfrm>
        </p:spPr>
        <p:txBody>
          <a:bodyPr>
            <a:normAutofit/>
          </a:bodyPr>
          <a:lstStyle>
            <a:lvl1pPr algn="l">
              <a:defRPr sz="1200">
                <a:solidFill>
                  <a:schemeClr val="tx1"/>
                </a:solidFill>
              </a:defRPr>
            </a:lvl1pPr>
            <a:lvl2pPr marL="179388" indent="-171450" algn="ctr">
              <a:buFont typeface="Arial" panose="020B0604020202020204" pitchFamily="34" charset="0"/>
              <a:buChar char="•"/>
              <a:tabLst/>
              <a:defRPr/>
            </a:lvl2pPr>
          </a:lstStyle>
          <a:p>
            <a:pPr lvl="0"/>
            <a:r>
              <a:rPr lang="en-US"/>
              <a:t>Click to edit Master text styles</a:t>
            </a:r>
          </a:p>
        </p:txBody>
      </p:sp>
      <p:sp>
        <p:nvSpPr>
          <p:cNvPr id="48" name="Picture Placeholder 16">
            <a:extLst>
              <a:ext uri="{FF2B5EF4-FFF2-40B4-BE49-F238E27FC236}">
                <a16:creationId xmlns:a16="http://schemas.microsoft.com/office/drawing/2014/main" id="{73C3C1F6-F992-417D-143B-7E77D670A9F0}"/>
              </a:ext>
            </a:extLst>
          </p:cNvPr>
          <p:cNvSpPr>
            <a:spLocks noGrp="1"/>
          </p:cNvSpPr>
          <p:nvPr>
            <p:ph type="pic" sz="quarter" idx="12"/>
          </p:nvPr>
        </p:nvSpPr>
        <p:spPr>
          <a:xfrm>
            <a:off x="550863" y="2488602"/>
            <a:ext cx="1241348" cy="1309086"/>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dirty="0"/>
          </a:p>
        </p:txBody>
      </p:sp>
      <p:sp>
        <p:nvSpPr>
          <p:cNvPr id="49" name="Text Placeholder 13">
            <a:extLst>
              <a:ext uri="{FF2B5EF4-FFF2-40B4-BE49-F238E27FC236}">
                <a16:creationId xmlns:a16="http://schemas.microsoft.com/office/drawing/2014/main" id="{D76AAECC-C78F-4EAB-C71D-EAF920E50017}"/>
              </a:ext>
            </a:extLst>
          </p:cNvPr>
          <p:cNvSpPr>
            <a:spLocks noGrp="1"/>
          </p:cNvSpPr>
          <p:nvPr>
            <p:ph type="body" sz="quarter" idx="16"/>
          </p:nvPr>
        </p:nvSpPr>
        <p:spPr>
          <a:xfrm>
            <a:off x="554038" y="1340835"/>
            <a:ext cx="4546709" cy="1030288"/>
          </a:xfrm>
        </p:spPr>
        <p:txBody>
          <a:bodyPr/>
          <a:lstStyle>
            <a:lvl1pPr>
              <a:defRPr>
                <a:solidFill>
                  <a:schemeClr val="tx1"/>
                </a:solidFill>
              </a:defRPr>
            </a:lvl1pPr>
          </a:lstStyle>
          <a:p>
            <a:pPr lvl="0"/>
            <a:r>
              <a:rPr lang="en-US"/>
              <a:t>Click to edit Master text styles</a:t>
            </a:r>
          </a:p>
        </p:txBody>
      </p:sp>
      <p:sp>
        <p:nvSpPr>
          <p:cNvPr id="50" name="Text Placeholder 6">
            <a:extLst>
              <a:ext uri="{FF2B5EF4-FFF2-40B4-BE49-F238E27FC236}">
                <a16:creationId xmlns:a16="http://schemas.microsoft.com/office/drawing/2014/main" id="{C4F833B2-80F2-8B5E-74E6-4DE0B2BE1688}"/>
              </a:ext>
            </a:extLst>
          </p:cNvPr>
          <p:cNvSpPr>
            <a:spLocks noGrp="1"/>
          </p:cNvSpPr>
          <p:nvPr>
            <p:ph idx="17" hasCustomPrompt="1"/>
          </p:nvPr>
        </p:nvSpPr>
        <p:spPr>
          <a:xfrm>
            <a:off x="2069436" y="4229976"/>
            <a:ext cx="3028136" cy="341809"/>
          </a:xfrm>
          <a:prstGeom prst="rect">
            <a:avLst/>
          </a:prstGeom>
        </p:spPr>
        <p:txBody>
          <a:bodyPr vert="horz" lIns="0" tIns="0" rIns="0" bIns="0" rtlCol="0">
            <a:normAutofit/>
          </a:bodyPr>
          <a:lstStyle>
            <a:lvl1pPr marL="12700" indent="0" algn="l">
              <a:buNone/>
              <a:tabLst/>
              <a:defRPr b="1">
                <a:solidFill>
                  <a:schemeClr val="tx2"/>
                </a:solidFill>
              </a:defRPr>
            </a:lvl1pPr>
            <a:lvl2pPr marL="184150" indent="-171450" algn="l">
              <a:buFont typeface="Arial" panose="020B0604020202020204" pitchFamily="34" charset="0"/>
              <a:buChar char="•"/>
              <a:tabLst/>
              <a:defRPr>
                <a:solidFill>
                  <a:schemeClr val="accent3"/>
                </a:solidFill>
              </a:defRPr>
            </a:lvl2pPr>
            <a:lvl3pPr marL="12700" indent="0">
              <a:buNone/>
              <a:tabLst/>
              <a:defRPr/>
            </a:lvl3pPr>
          </a:lstStyle>
          <a:p>
            <a:pPr lvl="0"/>
            <a:r>
              <a:rPr lang="en-GB" dirty="0"/>
              <a:t>Name and Surname</a:t>
            </a:r>
          </a:p>
        </p:txBody>
      </p:sp>
      <p:sp>
        <p:nvSpPr>
          <p:cNvPr id="51" name="Text Placeholder 10">
            <a:extLst>
              <a:ext uri="{FF2B5EF4-FFF2-40B4-BE49-F238E27FC236}">
                <a16:creationId xmlns:a16="http://schemas.microsoft.com/office/drawing/2014/main" id="{385C593F-0148-B961-F8EA-3B4EAE6883F3}"/>
              </a:ext>
            </a:extLst>
          </p:cNvPr>
          <p:cNvSpPr>
            <a:spLocks noGrp="1"/>
          </p:cNvSpPr>
          <p:nvPr>
            <p:ph type="body" sz="quarter" idx="18"/>
          </p:nvPr>
        </p:nvSpPr>
        <p:spPr>
          <a:xfrm>
            <a:off x="2069436" y="4574658"/>
            <a:ext cx="3028137" cy="617795"/>
          </a:xfrm>
        </p:spPr>
        <p:txBody>
          <a:bodyPr>
            <a:normAutofit/>
          </a:bodyPr>
          <a:lstStyle>
            <a:lvl1pPr algn="l">
              <a:defRPr sz="1200">
                <a:solidFill>
                  <a:schemeClr val="tx1"/>
                </a:solidFill>
              </a:defRPr>
            </a:lvl1pPr>
            <a:lvl2pPr marL="179388" indent="-171450" algn="ctr">
              <a:buFont typeface="Arial" panose="020B0604020202020204" pitchFamily="34" charset="0"/>
              <a:buChar char="•"/>
              <a:tabLst/>
              <a:defRPr/>
            </a:lvl2pPr>
          </a:lstStyle>
          <a:p>
            <a:pPr lvl="0"/>
            <a:r>
              <a:rPr lang="en-US"/>
              <a:t>Click to edit Master text styles</a:t>
            </a:r>
          </a:p>
        </p:txBody>
      </p:sp>
      <p:sp>
        <p:nvSpPr>
          <p:cNvPr id="52" name="Picture Placeholder 16">
            <a:extLst>
              <a:ext uri="{FF2B5EF4-FFF2-40B4-BE49-F238E27FC236}">
                <a16:creationId xmlns:a16="http://schemas.microsoft.com/office/drawing/2014/main" id="{2AAE7C54-897F-3CD6-EBFA-79FA853D2845}"/>
              </a:ext>
            </a:extLst>
          </p:cNvPr>
          <p:cNvSpPr>
            <a:spLocks noGrp="1"/>
          </p:cNvSpPr>
          <p:nvPr>
            <p:ph type="pic" sz="quarter" idx="19"/>
          </p:nvPr>
        </p:nvSpPr>
        <p:spPr>
          <a:xfrm>
            <a:off x="550862" y="4003820"/>
            <a:ext cx="1241348" cy="1309086"/>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dirty="0"/>
          </a:p>
        </p:txBody>
      </p:sp>
    </p:spTree>
    <p:extLst>
      <p:ext uri="{BB962C8B-B14F-4D97-AF65-F5344CB8AC3E}">
        <p14:creationId xmlns:p14="http://schemas.microsoft.com/office/powerpoint/2010/main" val="25360794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eople-contact_dark">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0AEEF-C972-07E1-F031-12D8A00256B2}"/>
              </a:ext>
            </a:extLst>
          </p:cNvPr>
          <p:cNvSpPr>
            <a:spLocks noGrp="1"/>
          </p:cNvSpPr>
          <p:nvPr>
            <p:ph type="title" hasCustomPrompt="1"/>
          </p:nvPr>
        </p:nvSpPr>
        <p:spPr>
          <a:xfrm>
            <a:off x="554038" y="549476"/>
            <a:ext cx="4546709" cy="637427"/>
          </a:xfrm>
        </p:spPr>
        <p:txBody>
          <a:bodyPr/>
          <a:lstStyle>
            <a:lvl1pPr>
              <a:defRPr>
                <a:solidFill>
                  <a:schemeClr val="bg1"/>
                </a:solidFill>
              </a:defRPr>
            </a:lvl1pPr>
          </a:lstStyle>
          <a:p>
            <a:r>
              <a:rPr lang="en-GB" dirty="0"/>
              <a:t>Title of contents</a:t>
            </a:r>
          </a:p>
        </p:txBody>
      </p:sp>
      <p:sp>
        <p:nvSpPr>
          <p:cNvPr id="3" name="Slide Number Placeholder 2">
            <a:extLst>
              <a:ext uri="{FF2B5EF4-FFF2-40B4-BE49-F238E27FC236}">
                <a16:creationId xmlns:a16="http://schemas.microsoft.com/office/drawing/2014/main" id="{43946270-C3AA-4994-9449-4F2D9BB8B541}"/>
              </a:ext>
            </a:extLst>
          </p:cNvPr>
          <p:cNvSpPr>
            <a:spLocks noGrp="1"/>
          </p:cNvSpPr>
          <p:nvPr>
            <p:ph type="sldNum" sz="quarter" idx="10"/>
          </p:nvPr>
        </p:nvSpPr>
        <p:spPr/>
        <p:txBody>
          <a:bodyPr/>
          <a:lstStyle/>
          <a:p>
            <a:fld id="{B55D9570-D3FC-6D43-AC32-D988B1849109}" type="slidenum">
              <a:rPr lang="en-PL" smtClean="0"/>
              <a:pPr/>
              <a:t>‹#›</a:t>
            </a:fld>
            <a:endParaRPr lang="en-PL" dirty="0"/>
          </a:p>
        </p:txBody>
      </p:sp>
      <p:sp>
        <p:nvSpPr>
          <p:cNvPr id="4" name="Text Placeholder 6">
            <a:extLst>
              <a:ext uri="{FF2B5EF4-FFF2-40B4-BE49-F238E27FC236}">
                <a16:creationId xmlns:a16="http://schemas.microsoft.com/office/drawing/2014/main" id="{12FF3968-7AE7-99D2-FA96-EEF9B47DDC9A}"/>
              </a:ext>
            </a:extLst>
          </p:cNvPr>
          <p:cNvSpPr>
            <a:spLocks noGrp="1"/>
          </p:cNvSpPr>
          <p:nvPr>
            <p:ph idx="1" hasCustomPrompt="1"/>
          </p:nvPr>
        </p:nvSpPr>
        <p:spPr>
          <a:xfrm>
            <a:off x="2069437" y="2714758"/>
            <a:ext cx="3028136" cy="341809"/>
          </a:xfrm>
          <a:prstGeom prst="rect">
            <a:avLst/>
          </a:prstGeom>
        </p:spPr>
        <p:txBody>
          <a:bodyPr vert="horz" lIns="0" tIns="0" rIns="0" bIns="0" rtlCol="0">
            <a:normAutofit/>
          </a:bodyPr>
          <a:lstStyle>
            <a:lvl1pPr marL="12700" indent="0" algn="l">
              <a:buNone/>
              <a:tabLst/>
              <a:defRPr b="1">
                <a:solidFill>
                  <a:schemeClr val="bg1"/>
                </a:solidFill>
              </a:defRPr>
            </a:lvl1pPr>
            <a:lvl2pPr marL="184150" indent="-171450" algn="l">
              <a:buFont typeface="Arial" panose="020B0604020202020204" pitchFamily="34" charset="0"/>
              <a:buChar char="•"/>
              <a:tabLst/>
              <a:defRPr>
                <a:solidFill>
                  <a:schemeClr val="accent3"/>
                </a:solidFill>
              </a:defRPr>
            </a:lvl2pPr>
            <a:lvl3pPr marL="12700" indent="0">
              <a:buNone/>
              <a:tabLst/>
              <a:defRPr/>
            </a:lvl3pPr>
          </a:lstStyle>
          <a:p>
            <a:pPr lvl="0"/>
            <a:r>
              <a:rPr lang="en-GB" dirty="0"/>
              <a:t>Name and Surname</a:t>
            </a:r>
          </a:p>
        </p:txBody>
      </p:sp>
      <p:sp>
        <p:nvSpPr>
          <p:cNvPr id="5" name="Text Placeholder 10">
            <a:extLst>
              <a:ext uri="{FF2B5EF4-FFF2-40B4-BE49-F238E27FC236}">
                <a16:creationId xmlns:a16="http://schemas.microsoft.com/office/drawing/2014/main" id="{F5DC0C73-3BEF-3DE0-F265-C0E2374CFAE8}"/>
              </a:ext>
            </a:extLst>
          </p:cNvPr>
          <p:cNvSpPr>
            <a:spLocks noGrp="1"/>
          </p:cNvSpPr>
          <p:nvPr>
            <p:ph type="body" sz="quarter" idx="11"/>
          </p:nvPr>
        </p:nvSpPr>
        <p:spPr>
          <a:xfrm>
            <a:off x="2069437" y="3059440"/>
            <a:ext cx="3028137" cy="617795"/>
          </a:xfrm>
        </p:spPr>
        <p:txBody>
          <a:bodyPr>
            <a:normAutofit/>
          </a:bodyPr>
          <a:lstStyle>
            <a:lvl1pPr algn="l">
              <a:defRPr sz="1200">
                <a:solidFill>
                  <a:schemeClr val="bg1"/>
                </a:solidFill>
              </a:defRPr>
            </a:lvl1pPr>
            <a:lvl2pPr marL="179388" indent="-171450" algn="ctr">
              <a:buFont typeface="Arial" panose="020B0604020202020204" pitchFamily="34" charset="0"/>
              <a:buChar char="•"/>
              <a:tabLst/>
              <a:defRPr/>
            </a:lvl2pPr>
          </a:lstStyle>
          <a:p>
            <a:pPr lvl="0"/>
            <a:r>
              <a:rPr lang="en-US"/>
              <a:t>Click to edit Master text styles</a:t>
            </a:r>
          </a:p>
        </p:txBody>
      </p:sp>
      <p:sp>
        <p:nvSpPr>
          <p:cNvPr id="6" name="Picture Placeholder 16">
            <a:extLst>
              <a:ext uri="{FF2B5EF4-FFF2-40B4-BE49-F238E27FC236}">
                <a16:creationId xmlns:a16="http://schemas.microsoft.com/office/drawing/2014/main" id="{300CF974-0906-8F0C-2D3F-ADA25BB8DCCF}"/>
              </a:ext>
            </a:extLst>
          </p:cNvPr>
          <p:cNvSpPr>
            <a:spLocks noGrp="1"/>
          </p:cNvSpPr>
          <p:nvPr>
            <p:ph type="pic" sz="quarter" idx="12"/>
          </p:nvPr>
        </p:nvSpPr>
        <p:spPr>
          <a:xfrm>
            <a:off x="550863" y="2488602"/>
            <a:ext cx="1241348" cy="1309086"/>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dirty="0"/>
          </a:p>
        </p:txBody>
      </p:sp>
      <p:sp>
        <p:nvSpPr>
          <p:cNvPr id="14" name="Text Placeholder 13">
            <a:extLst>
              <a:ext uri="{FF2B5EF4-FFF2-40B4-BE49-F238E27FC236}">
                <a16:creationId xmlns:a16="http://schemas.microsoft.com/office/drawing/2014/main" id="{6654C358-1D39-8F4B-5097-87722769D5C0}"/>
              </a:ext>
            </a:extLst>
          </p:cNvPr>
          <p:cNvSpPr>
            <a:spLocks noGrp="1"/>
          </p:cNvSpPr>
          <p:nvPr>
            <p:ph type="body" sz="quarter" idx="16"/>
          </p:nvPr>
        </p:nvSpPr>
        <p:spPr>
          <a:xfrm>
            <a:off x="554038" y="1340835"/>
            <a:ext cx="4546709" cy="1030288"/>
          </a:xfrm>
        </p:spPr>
        <p:txBody>
          <a:bodyPr/>
          <a:lstStyle>
            <a:lvl1pPr>
              <a:defRPr>
                <a:solidFill>
                  <a:schemeClr val="bg1"/>
                </a:solidFill>
              </a:defRPr>
            </a:lvl1pPr>
          </a:lstStyle>
          <a:p>
            <a:pPr lvl="0"/>
            <a:r>
              <a:rPr lang="en-US"/>
              <a:t>Click to edit Master text styles</a:t>
            </a:r>
          </a:p>
        </p:txBody>
      </p:sp>
      <p:sp>
        <p:nvSpPr>
          <p:cNvPr id="32" name="Freeform 31">
            <a:extLst>
              <a:ext uri="{FF2B5EF4-FFF2-40B4-BE49-F238E27FC236}">
                <a16:creationId xmlns:a16="http://schemas.microsoft.com/office/drawing/2014/main" id="{04A8B277-D638-318B-92A8-028D67937AC2}"/>
              </a:ext>
            </a:extLst>
          </p:cNvPr>
          <p:cNvSpPr/>
          <p:nvPr userDrawn="1"/>
        </p:nvSpPr>
        <p:spPr>
          <a:xfrm>
            <a:off x="4737315" y="0"/>
            <a:ext cx="2195750" cy="6858000"/>
          </a:xfrm>
          <a:custGeom>
            <a:avLst/>
            <a:gdLst>
              <a:gd name="connsiteX0" fmla="*/ 1969084 w 2195750"/>
              <a:gd name="connsiteY0" fmla="*/ 0 h 6858000"/>
              <a:gd name="connsiteX1" fmla="*/ 2195750 w 2195750"/>
              <a:gd name="connsiteY1" fmla="*/ 0 h 6858000"/>
              <a:gd name="connsiteX2" fmla="*/ 2161525 w 2195750"/>
              <a:gd name="connsiteY2" fmla="*/ 65203 h 6858000"/>
              <a:gd name="connsiteX3" fmla="*/ 1923048 w 2195750"/>
              <a:gd name="connsiteY3" fmla="*/ 564173 h 6858000"/>
              <a:gd name="connsiteX4" fmla="*/ 1313940 w 2195750"/>
              <a:gd name="connsiteY4" fmla="*/ 3942588 h 6858000"/>
              <a:gd name="connsiteX5" fmla="*/ 201511 w 2195750"/>
              <a:gd name="connsiteY5" fmla="*/ 6832245 h 6858000"/>
              <a:gd name="connsiteX6" fmla="*/ 182865 w 2195750"/>
              <a:gd name="connsiteY6" fmla="*/ 6858000 h 6858000"/>
              <a:gd name="connsiteX7" fmla="*/ 0 w 2195750"/>
              <a:gd name="connsiteY7" fmla="*/ 6858000 h 6858000"/>
              <a:gd name="connsiteX8" fmla="*/ 18654 w 2195750"/>
              <a:gd name="connsiteY8" fmla="*/ 6824101 h 6858000"/>
              <a:gd name="connsiteX9" fmla="*/ 705793 w 2195750"/>
              <a:gd name="connsiteY9" fmla="*/ 4649039 h 6858000"/>
              <a:gd name="connsiteX10" fmla="*/ 1314901 w 2195750"/>
              <a:gd name="connsiteY10" fmla="*/ 1270626 h 6858000"/>
              <a:gd name="connsiteX11" fmla="*/ 1833431 w 2195750"/>
              <a:gd name="connsiteY11" fmla="*/ 24687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95750" h="6858000">
                <a:moveTo>
                  <a:pt x="1969084" y="0"/>
                </a:moveTo>
                <a:lnTo>
                  <a:pt x="2195750" y="0"/>
                </a:lnTo>
                <a:lnTo>
                  <a:pt x="2161525" y="65203"/>
                </a:lnTo>
                <a:cubicBezTo>
                  <a:pt x="2073851" y="236177"/>
                  <a:pt x="1993106" y="402849"/>
                  <a:pt x="1923048" y="564173"/>
                </a:cubicBezTo>
                <a:cubicBezTo>
                  <a:pt x="1362597" y="1854765"/>
                  <a:pt x="1483348" y="2808922"/>
                  <a:pt x="1313940" y="3942588"/>
                </a:cubicBezTo>
                <a:cubicBezTo>
                  <a:pt x="1173913" y="4862569"/>
                  <a:pt x="844277" y="5901971"/>
                  <a:pt x="201511" y="6832245"/>
                </a:cubicBezTo>
                <a:lnTo>
                  <a:pt x="182865" y="6858000"/>
                </a:lnTo>
                <a:lnTo>
                  <a:pt x="0" y="6858000"/>
                </a:lnTo>
                <a:lnTo>
                  <a:pt x="18654" y="6824101"/>
                </a:lnTo>
                <a:cubicBezTo>
                  <a:pt x="389098" y="6096186"/>
                  <a:pt x="600773" y="5339025"/>
                  <a:pt x="705793" y="4649039"/>
                </a:cubicBezTo>
                <a:cubicBezTo>
                  <a:pt x="875192" y="3515373"/>
                  <a:pt x="754440" y="2561216"/>
                  <a:pt x="1314901" y="1270626"/>
                </a:cubicBezTo>
                <a:cubicBezTo>
                  <a:pt x="1455017" y="947978"/>
                  <a:pt x="1637882" y="603935"/>
                  <a:pt x="1833431" y="246878"/>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3" name="Text Placeholder 6">
            <a:extLst>
              <a:ext uri="{FF2B5EF4-FFF2-40B4-BE49-F238E27FC236}">
                <a16:creationId xmlns:a16="http://schemas.microsoft.com/office/drawing/2014/main" id="{084FE5AE-1FB1-89DD-A40C-59B25366566E}"/>
              </a:ext>
            </a:extLst>
          </p:cNvPr>
          <p:cNvSpPr>
            <a:spLocks noGrp="1"/>
          </p:cNvSpPr>
          <p:nvPr>
            <p:ph idx="17" hasCustomPrompt="1"/>
          </p:nvPr>
        </p:nvSpPr>
        <p:spPr>
          <a:xfrm>
            <a:off x="2069436" y="4229976"/>
            <a:ext cx="3028136" cy="341809"/>
          </a:xfrm>
          <a:prstGeom prst="rect">
            <a:avLst/>
          </a:prstGeom>
        </p:spPr>
        <p:txBody>
          <a:bodyPr vert="horz" lIns="0" tIns="0" rIns="0" bIns="0" rtlCol="0">
            <a:normAutofit/>
          </a:bodyPr>
          <a:lstStyle>
            <a:lvl1pPr marL="12700" indent="0" algn="l">
              <a:buNone/>
              <a:tabLst/>
              <a:defRPr b="1">
                <a:solidFill>
                  <a:schemeClr val="bg1"/>
                </a:solidFill>
              </a:defRPr>
            </a:lvl1pPr>
            <a:lvl2pPr marL="184150" indent="-171450" algn="l">
              <a:buFont typeface="Arial" panose="020B0604020202020204" pitchFamily="34" charset="0"/>
              <a:buChar char="•"/>
              <a:tabLst/>
              <a:defRPr>
                <a:solidFill>
                  <a:schemeClr val="accent3"/>
                </a:solidFill>
              </a:defRPr>
            </a:lvl2pPr>
            <a:lvl3pPr marL="12700" indent="0">
              <a:buNone/>
              <a:tabLst/>
              <a:defRPr/>
            </a:lvl3pPr>
          </a:lstStyle>
          <a:p>
            <a:pPr lvl="0"/>
            <a:r>
              <a:rPr lang="en-GB" dirty="0"/>
              <a:t>Name and Surname</a:t>
            </a:r>
          </a:p>
        </p:txBody>
      </p:sp>
      <p:sp>
        <p:nvSpPr>
          <p:cNvPr id="34" name="Text Placeholder 10">
            <a:extLst>
              <a:ext uri="{FF2B5EF4-FFF2-40B4-BE49-F238E27FC236}">
                <a16:creationId xmlns:a16="http://schemas.microsoft.com/office/drawing/2014/main" id="{291C4C70-0E17-5D48-03A1-9D3740F8BBBE}"/>
              </a:ext>
            </a:extLst>
          </p:cNvPr>
          <p:cNvSpPr>
            <a:spLocks noGrp="1"/>
          </p:cNvSpPr>
          <p:nvPr>
            <p:ph type="body" sz="quarter" idx="18"/>
          </p:nvPr>
        </p:nvSpPr>
        <p:spPr>
          <a:xfrm>
            <a:off x="2069436" y="4574658"/>
            <a:ext cx="3028137" cy="617795"/>
          </a:xfrm>
        </p:spPr>
        <p:txBody>
          <a:bodyPr>
            <a:normAutofit/>
          </a:bodyPr>
          <a:lstStyle>
            <a:lvl1pPr algn="l">
              <a:defRPr sz="1200">
                <a:solidFill>
                  <a:schemeClr val="bg1"/>
                </a:solidFill>
              </a:defRPr>
            </a:lvl1pPr>
            <a:lvl2pPr marL="179388" indent="-171450" algn="ctr">
              <a:buFont typeface="Arial" panose="020B0604020202020204" pitchFamily="34" charset="0"/>
              <a:buChar char="•"/>
              <a:tabLst/>
              <a:defRPr/>
            </a:lvl2pPr>
          </a:lstStyle>
          <a:p>
            <a:pPr lvl="0"/>
            <a:r>
              <a:rPr lang="en-US"/>
              <a:t>Click to edit Master text styles</a:t>
            </a:r>
          </a:p>
        </p:txBody>
      </p:sp>
      <p:sp>
        <p:nvSpPr>
          <p:cNvPr id="35" name="Picture Placeholder 16">
            <a:extLst>
              <a:ext uri="{FF2B5EF4-FFF2-40B4-BE49-F238E27FC236}">
                <a16:creationId xmlns:a16="http://schemas.microsoft.com/office/drawing/2014/main" id="{CD1C416C-0F6B-DFA1-4B7B-70B455EFD9BD}"/>
              </a:ext>
            </a:extLst>
          </p:cNvPr>
          <p:cNvSpPr>
            <a:spLocks noGrp="1"/>
          </p:cNvSpPr>
          <p:nvPr>
            <p:ph type="pic" sz="quarter" idx="19"/>
          </p:nvPr>
        </p:nvSpPr>
        <p:spPr>
          <a:xfrm>
            <a:off x="550862" y="4003820"/>
            <a:ext cx="1241348" cy="1309086"/>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dirty="0"/>
          </a:p>
        </p:txBody>
      </p:sp>
      <p:sp>
        <p:nvSpPr>
          <p:cNvPr id="41" name="Freeform 40">
            <a:extLst>
              <a:ext uri="{FF2B5EF4-FFF2-40B4-BE49-F238E27FC236}">
                <a16:creationId xmlns:a16="http://schemas.microsoft.com/office/drawing/2014/main" id="{37278615-7553-2C74-7514-E58F0F9C319C}"/>
              </a:ext>
            </a:extLst>
          </p:cNvPr>
          <p:cNvSpPr/>
          <p:nvPr userDrawn="1"/>
        </p:nvSpPr>
        <p:spPr>
          <a:xfrm>
            <a:off x="4908605" y="0"/>
            <a:ext cx="2503877" cy="6858000"/>
          </a:xfrm>
          <a:custGeom>
            <a:avLst/>
            <a:gdLst>
              <a:gd name="connsiteX0" fmla="*/ 2012930 w 2503877"/>
              <a:gd name="connsiteY0" fmla="*/ 0 h 6858000"/>
              <a:gd name="connsiteX1" fmla="*/ 2503877 w 2503877"/>
              <a:gd name="connsiteY1" fmla="*/ 0 h 6858000"/>
              <a:gd name="connsiteX2" fmla="*/ 2315406 w 2503877"/>
              <a:gd name="connsiteY2" fmla="*/ 352946 h 6858000"/>
              <a:gd name="connsiteX3" fmla="*/ 1809165 w 2503877"/>
              <a:gd name="connsiteY3" fmla="*/ 1382831 h 6858000"/>
              <a:gd name="connsiteX4" fmla="*/ 1240526 w 2503877"/>
              <a:gd name="connsiteY4" fmla="*/ 4768301 h 6858000"/>
              <a:gd name="connsiteX5" fmla="*/ 660130 w 2503877"/>
              <a:gd name="connsiteY5" fmla="*/ 6782002 h 6858000"/>
              <a:gd name="connsiteX6" fmla="*/ 623493 w 2503877"/>
              <a:gd name="connsiteY6" fmla="*/ 6858000 h 6858000"/>
              <a:gd name="connsiteX7" fmla="*/ 0 w 2503877"/>
              <a:gd name="connsiteY7" fmla="*/ 6858000 h 6858000"/>
              <a:gd name="connsiteX8" fmla="*/ 18646 w 2503877"/>
              <a:gd name="connsiteY8" fmla="*/ 6832245 h 6858000"/>
              <a:gd name="connsiteX9" fmla="*/ 1131075 w 2503877"/>
              <a:gd name="connsiteY9" fmla="*/ 3942588 h 6858000"/>
              <a:gd name="connsiteX10" fmla="*/ 1740183 w 2503877"/>
              <a:gd name="connsiteY10" fmla="*/ 564173 h 6858000"/>
              <a:gd name="connsiteX11" fmla="*/ 1946115 w 2503877"/>
              <a:gd name="connsiteY11" fmla="*/ 1291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03877" h="6858000">
                <a:moveTo>
                  <a:pt x="2012930" y="0"/>
                </a:moveTo>
                <a:lnTo>
                  <a:pt x="2503877" y="0"/>
                </a:lnTo>
                <a:lnTo>
                  <a:pt x="2315406" y="352946"/>
                </a:lnTo>
                <a:cubicBezTo>
                  <a:pt x="2124143" y="712320"/>
                  <a:pt x="1945409" y="1058528"/>
                  <a:pt x="1809165" y="1382831"/>
                </a:cubicBezTo>
                <a:cubicBezTo>
                  <a:pt x="1264183" y="2680040"/>
                  <a:pt x="1396349" y="3632683"/>
                  <a:pt x="1240526" y="4768301"/>
                </a:cubicBezTo>
                <a:cubicBezTo>
                  <a:pt x="1151210" y="5406326"/>
                  <a:pt x="971709" y="6102673"/>
                  <a:pt x="660130" y="6782002"/>
                </a:cubicBezTo>
                <a:lnTo>
                  <a:pt x="623493" y="6858000"/>
                </a:lnTo>
                <a:lnTo>
                  <a:pt x="0" y="6858000"/>
                </a:lnTo>
                <a:lnTo>
                  <a:pt x="18646" y="6832245"/>
                </a:lnTo>
                <a:cubicBezTo>
                  <a:pt x="661412" y="5901971"/>
                  <a:pt x="991048" y="4862569"/>
                  <a:pt x="1131075" y="3942588"/>
                </a:cubicBezTo>
                <a:cubicBezTo>
                  <a:pt x="1300483" y="2808922"/>
                  <a:pt x="1179732" y="1854765"/>
                  <a:pt x="1740183" y="564173"/>
                </a:cubicBezTo>
                <a:cubicBezTo>
                  <a:pt x="1801484" y="423015"/>
                  <a:pt x="1870967" y="277761"/>
                  <a:pt x="1946115" y="129115"/>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4" name="Picture Placeholder 43">
            <a:extLst>
              <a:ext uri="{FF2B5EF4-FFF2-40B4-BE49-F238E27FC236}">
                <a16:creationId xmlns:a16="http://schemas.microsoft.com/office/drawing/2014/main" id="{CF3E8D10-1FC1-0D74-F938-96FDB84FC281}"/>
              </a:ext>
            </a:extLst>
          </p:cNvPr>
          <p:cNvSpPr>
            <a:spLocks noGrp="1"/>
          </p:cNvSpPr>
          <p:nvPr>
            <p:ph type="pic" sz="quarter" idx="20"/>
          </p:nvPr>
        </p:nvSpPr>
        <p:spPr>
          <a:xfrm>
            <a:off x="5520523" y="0"/>
            <a:ext cx="6671477" cy="6858000"/>
          </a:xfrm>
          <a:custGeom>
            <a:avLst/>
            <a:gdLst>
              <a:gd name="connsiteX0" fmla="*/ 1880384 w 6671477"/>
              <a:gd name="connsiteY0" fmla="*/ 0 h 6858000"/>
              <a:gd name="connsiteX1" fmla="*/ 6671477 w 6671477"/>
              <a:gd name="connsiteY1" fmla="*/ 0 h 6858000"/>
              <a:gd name="connsiteX2" fmla="*/ 6671477 w 6671477"/>
              <a:gd name="connsiteY2" fmla="*/ 6858000 h 6858000"/>
              <a:gd name="connsiteX3" fmla="*/ 0 w 6671477"/>
              <a:gd name="connsiteY3" fmla="*/ 6858000 h 6858000"/>
              <a:gd name="connsiteX4" fmla="*/ 36637 w 6671477"/>
              <a:gd name="connsiteY4" fmla="*/ 6782002 h 6858000"/>
              <a:gd name="connsiteX5" fmla="*/ 617033 w 6671477"/>
              <a:gd name="connsiteY5" fmla="*/ 4768301 h 6858000"/>
              <a:gd name="connsiteX6" fmla="*/ 1185672 w 6671477"/>
              <a:gd name="connsiteY6" fmla="*/ 1382831 h 6858000"/>
              <a:gd name="connsiteX7" fmla="*/ 1691913 w 6671477"/>
              <a:gd name="connsiteY7" fmla="*/ 3529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71477" h="6858000">
                <a:moveTo>
                  <a:pt x="1880384" y="0"/>
                </a:moveTo>
                <a:lnTo>
                  <a:pt x="6671477" y="0"/>
                </a:lnTo>
                <a:lnTo>
                  <a:pt x="6671477" y="6858000"/>
                </a:lnTo>
                <a:lnTo>
                  <a:pt x="0" y="6858000"/>
                </a:lnTo>
                <a:lnTo>
                  <a:pt x="36637" y="6782002"/>
                </a:lnTo>
                <a:cubicBezTo>
                  <a:pt x="348216" y="6102673"/>
                  <a:pt x="527717" y="5406326"/>
                  <a:pt x="617033" y="4768301"/>
                </a:cubicBezTo>
                <a:cubicBezTo>
                  <a:pt x="772856" y="3632683"/>
                  <a:pt x="640690" y="2680040"/>
                  <a:pt x="1185672" y="1382831"/>
                </a:cubicBezTo>
                <a:cubicBezTo>
                  <a:pt x="1321916" y="1058528"/>
                  <a:pt x="1500650" y="712320"/>
                  <a:pt x="1691913" y="352946"/>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Tree>
    <p:extLst>
      <p:ext uri="{BB962C8B-B14F-4D97-AF65-F5344CB8AC3E}">
        <p14:creationId xmlns:p14="http://schemas.microsoft.com/office/powerpoint/2010/main" val="19876119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nd-cover_light">
    <p:bg>
      <p:bgPr>
        <a:solidFill>
          <a:schemeClr val="bg1"/>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0D52A9A4-97F2-7F53-0D44-94858DC3118F}"/>
              </a:ext>
            </a:extLst>
          </p:cNvPr>
          <p:cNvSpPr/>
          <p:nvPr userDrawn="1"/>
        </p:nvSpPr>
        <p:spPr>
          <a:xfrm>
            <a:off x="2575367" y="-1"/>
            <a:ext cx="6967960" cy="6867819"/>
          </a:xfrm>
          <a:custGeom>
            <a:avLst/>
            <a:gdLst>
              <a:gd name="connsiteX0" fmla="*/ 0 w 7089494"/>
              <a:gd name="connsiteY0" fmla="*/ 0 h 6858001"/>
              <a:gd name="connsiteX1" fmla="*/ 7089494 w 7089494"/>
              <a:gd name="connsiteY1" fmla="*/ 0 h 6858001"/>
              <a:gd name="connsiteX2" fmla="*/ 7089494 w 7089494"/>
              <a:gd name="connsiteY2" fmla="*/ 6858001 h 6858001"/>
              <a:gd name="connsiteX3" fmla="*/ 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6013048 w 7089494"/>
              <a:gd name="connsiteY3" fmla="*/ 668438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6967960"/>
              <a:gd name="connsiteY0" fmla="*/ 0 h 6863789"/>
              <a:gd name="connsiteX1" fmla="*/ 1319514 w 6967960"/>
              <a:gd name="connsiteY1" fmla="*/ 0 h 6863789"/>
              <a:gd name="connsiteX2" fmla="*/ 6967960 w 6967960"/>
              <a:gd name="connsiteY2" fmla="*/ 6863789 h 6863789"/>
              <a:gd name="connsiteX3" fmla="*/ 5202820 w 6967960"/>
              <a:gd name="connsiteY3" fmla="*/ 6858001 h 6863789"/>
              <a:gd name="connsiteX4" fmla="*/ 0 w 6967960"/>
              <a:gd name="connsiteY4" fmla="*/ 0 h 6863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67960" h="6863789">
                <a:moveTo>
                  <a:pt x="0" y="0"/>
                </a:moveTo>
                <a:lnTo>
                  <a:pt x="1319514" y="0"/>
                </a:lnTo>
                <a:cubicBezTo>
                  <a:pt x="2322654" y="4375230"/>
                  <a:pt x="5044633" y="4577789"/>
                  <a:pt x="6967960" y="6863789"/>
                </a:cubicBezTo>
                <a:lnTo>
                  <a:pt x="5202820" y="6858001"/>
                </a:lnTo>
                <a:cubicBezTo>
                  <a:pt x="3624805" y="4299996"/>
                  <a:pt x="1196049" y="2708476"/>
                  <a:pt x="0" y="0"/>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7" name="Text Placeholder 6">
            <a:extLst>
              <a:ext uri="{FF2B5EF4-FFF2-40B4-BE49-F238E27FC236}">
                <a16:creationId xmlns:a16="http://schemas.microsoft.com/office/drawing/2014/main" id="{E826FE26-AFDB-F07C-663E-7C33DA765794}"/>
              </a:ext>
            </a:extLst>
          </p:cNvPr>
          <p:cNvSpPr>
            <a:spLocks noGrp="1"/>
          </p:cNvSpPr>
          <p:nvPr>
            <p:ph idx="1" hasCustomPrompt="1"/>
          </p:nvPr>
        </p:nvSpPr>
        <p:spPr>
          <a:xfrm>
            <a:off x="554037" y="4016436"/>
            <a:ext cx="4252632" cy="995423"/>
          </a:xfrm>
          <a:prstGeom prst="rect">
            <a:avLst/>
          </a:prstGeom>
        </p:spPr>
        <p:txBody>
          <a:bodyPr vert="horz" lIns="0" tIns="0" rIns="0" bIns="0" rtlCol="0">
            <a:normAutofit/>
          </a:bodyPr>
          <a:lstStyle>
            <a:lvl1pPr marL="0" indent="0">
              <a:buNone/>
              <a:defRPr/>
            </a:lvl1pPr>
            <a:lvl2pPr marL="457200" indent="0">
              <a:buNone/>
              <a:defRPr/>
            </a:lvl2pPr>
            <a:lvl3pPr marL="914400" indent="0">
              <a:buNone/>
              <a:defRPr/>
            </a:lvl3pPr>
          </a:lstStyle>
          <a:p>
            <a:pPr lvl="0"/>
            <a:r>
              <a:rPr lang="en-GB" dirty="0"/>
              <a:t>Click to edit Master text styles</a:t>
            </a:r>
          </a:p>
        </p:txBody>
      </p:sp>
      <p:sp>
        <p:nvSpPr>
          <p:cNvPr id="8" name="Title Placeholder 10">
            <a:extLst>
              <a:ext uri="{FF2B5EF4-FFF2-40B4-BE49-F238E27FC236}">
                <a16:creationId xmlns:a16="http://schemas.microsoft.com/office/drawing/2014/main" id="{D0396193-2776-6A62-7DE8-4E7F9141097E}"/>
              </a:ext>
            </a:extLst>
          </p:cNvPr>
          <p:cNvSpPr>
            <a:spLocks noGrp="1"/>
          </p:cNvSpPr>
          <p:nvPr>
            <p:ph type="title" hasCustomPrompt="1"/>
          </p:nvPr>
        </p:nvSpPr>
        <p:spPr>
          <a:xfrm>
            <a:off x="554038" y="3429000"/>
            <a:ext cx="4252632" cy="584261"/>
          </a:xfrm>
          <a:prstGeom prst="rect">
            <a:avLst/>
          </a:prstGeom>
        </p:spPr>
        <p:txBody>
          <a:bodyPr vert="horz" lIns="0" tIns="0" rIns="0" bIns="0" rtlCol="0" anchor="t">
            <a:normAutofit/>
          </a:bodyPr>
          <a:lstStyle>
            <a:lvl1pPr>
              <a:defRPr>
                <a:solidFill>
                  <a:schemeClr val="tx2"/>
                </a:solidFill>
              </a:defRPr>
            </a:lvl1pPr>
          </a:lstStyle>
          <a:p>
            <a:r>
              <a:rPr lang="en-GB" dirty="0"/>
              <a:t>Thanks!</a:t>
            </a:r>
            <a:endParaRPr lang="en-PL" dirty="0"/>
          </a:p>
        </p:txBody>
      </p:sp>
      <p:sp>
        <p:nvSpPr>
          <p:cNvPr id="24" name="Picture Placeholder 23">
            <a:extLst>
              <a:ext uri="{FF2B5EF4-FFF2-40B4-BE49-F238E27FC236}">
                <a16:creationId xmlns:a16="http://schemas.microsoft.com/office/drawing/2014/main" id="{EE48DFFF-E338-09B9-2477-E5D55A4DD2B9}"/>
              </a:ext>
            </a:extLst>
          </p:cNvPr>
          <p:cNvSpPr>
            <a:spLocks noGrp="1"/>
          </p:cNvSpPr>
          <p:nvPr>
            <p:ph type="pic" sz="quarter" idx="10" hasCustomPrompt="1"/>
          </p:nvPr>
        </p:nvSpPr>
        <p:spPr>
          <a:xfrm>
            <a:off x="3958542" y="1"/>
            <a:ext cx="8233458" cy="6858000"/>
          </a:xfrm>
          <a:custGeom>
            <a:avLst/>
            <a:gdLst>
              <a:gd name="connsiteX0" fmla="*/ 0 w 8233458"/>
              <a:gd name="connsiteY0" fmla="*/ 0 h 6858000"/>
              <a:gd name="connsiteX1" fmla="*/ 8233458 w 8233458"/>
              <a:gd name="connsiteY1" fmla="*/ 0 h 6858000"/>
              <a:gd name="connsiteX2" fmla="*/ 8233458 w 8233458"/>
              <a:gd name="connsiteY2" fmla="*/ 6858000 h 6858000"/>
              <a:gd name="connsiteX3" fmla="*/ 5776855 w 8233458"/>
              <a:gd name="connsiteY3" fmla="*/ 6858000 h 6858000"/>
              <a:gd name="connsiteX4" fmla="*/ 2226297 w 8233458"/>
              <a:gd name="connsiteY4" fmla="*/ 3819525 h 6858000"/>
              <a:gd name="connsiteX5" fmla="*/ 0 w 823345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33458" h="6858000">
                <a:moveTo>
                  <a:pt x="0" y="0"/>
                </a:moveTo>
                <a:lnTo>
                  <a:pt x="8233458" y="0"/>
                </a:lnTo>
                <a:lnTo>
                  <a:pt x="8233458" y="6858000"/>
                </a:lnTo>
                <a:lnTo>
                  <a:pt x="5776855" y="6858000"/>
                </a:lnTo>
                <a:cubicBezTo>
                  <a:pt x="5776855" y="6858000"/>
                  <a:pt x="3771270" y="5153026"/>
                  <a:pt x="2226297" y="3819525"/>
                </a:cubicBezTo>
                <a:cubicBezTo>
                  <a:pt x="681323" y="2486025"/>
                  <a:pt x="0" y="0"/>
                  <a:pt x="0" y="0"/>
                </a:cubicBezTo>
                <a:close/>
              </a:path>
            </a:pathLst>
          </a:custGeom>
          <a:solidFill>
            <a:schemeClr val="bg2"/>
          </a:solidFill>
        </p:spPr>
        <p:txBody>
          <a:bodyPr wrap="square" lIns="2520000" rIns="2520000" anchor="ctr">
            <a:noAutofit/>
          </a:bodyPr>
          <a:lstStyle>
            <a:lvl1pPr marL="0" indent="0" algn="ctr">
              <a:buNone/>
              <a:defRPr sz="1600"/>
            </a:lvl1pPr>
          </a:lstStyle>
          <a:p>
            <a:r>
              <a:rPr lang="en-GB" dirty="0"/>
              <a:t>You can add a photo</a:t>
            </a:r>
          </a:p>
        </p:txBody>
      </p:sp>
      <p:sp>
        <p:nvSpPr>
          <p:cNvPr id="36" name="Freeform 35">
            <a:extLst>
              <a:ext uri="{FF2B5EF4-FFF2-40B4-BE49-F238E27FC236}">
                <a16:creationId xmlns:a16="http://schemas.microsoft.com/office/drawing/2014/main" id="{65547924-9C4A-ECA1-A5C7-F0DEF0CA22FA}"/>
              </a:ext>
            </a:extLst>
          </p:cNvPr>
          <p:cNvSpPr/>
          <p:nvPr userDrawn="1"/>
        </p:nvSpPr>
        <p:spPr>
          <a:xfrm>
            <a:off x="3003630" y="-1"/>
            <a:ext cx="6769849" cy="6867819"/>
          </a:xfrm>
          <a:custGeom>
            <a:avLst/>
            <a:gdLst>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0 w 6765403"/>
              <a:gd name="connsiteY6" fmla="*/ 685800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5972537 w 6765403"/>
              <a:gd name="connsiteY6" fmla="*/ 6869574 h 6869574"/>
              <a:gd name="connsiteX7" fmla="*/ 0 w 6765403"/>
              <a:gd name="connsiteY7" fmla="*/ 0 h 6869574"/>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6400800 w 6765403"/>
              <a:gd name="connsiteY6" fmla="*/ 6834850 h 6858000"/>
              <a:gd name="connsiteX7" fmla="*/ 0 w 6765403"/>
              <a:gd name="connsiteY7" fmla="*/ 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117221"/>
              <a:gd name="connsiteY0" fmla="*/ 0 h 6875361"/>
              <a:gd name="connsiteX1" fmla="*/ 381965 w 6117221"/>
              <a:gd name="connsiteY1" fmla="*/ 5787 h 6875361"/>
              <a:gd name="connsiteX2" fmla="*/ 2589483 w 6117221"/>
              <a:gd name="connsiteY2" fmla="*/ 3824334 h 6875361"/>
              <a:gd name="connsiteX3" fmla="*/ 6110093 w 6117221"/>
              <a:gd name="connsiteY3" fmla="*/ 6862031 h 6875361"/>
              <a:gd name="connsiteX4" fmla="*/ 6117221 w 6117221"/>
              <a:gd name="connsiteY4" fmla="*/ 6862031 h 6875361"/>
              <a:gd name="connsiteX5" fmla="*/ 6117221 w 6117221"/>
              <a:gd name="connsiteY5" fmla="*/ 6863787 h 6875361"/>
              <a:gd name="connsiteX6" fmla="*/ 5775768 w 6117221"/>
              <a:gd name="connsiteY6" fmla="*/ 6875361 h 6875361"/>
              <a:gd name="connsiteX7" fmla="*/ 0 w 6117221"/>
              <a:gd name="connsiteY7" fmla="*/ 0 h 6875361"/>
              <a:gd name="connsiteX0" fmla="*/ 0 w 6701742"/>
              <a:gd name="connsiteY0" fmla="*/ 1 h 6869574"/>
              <a:gd name="connsiteX1" fmla="*/ 966486 w 6701742"/>
              <a:gd name="connsiteY1" fmla="*/ 0 h 6869574"/>
              <a:gd name="connsiteX2" fmla="*/ 3174004 w 6701742"/>
              <a:gd name="connsiteY2" fmla="*/ 3818547 h 6869574"/>
              <a:gd name="connsiteX3" fmla="*/ 6694614 w 6701742"/>
              <a:gd name="connsiteY3" fmla="*/ 6856244 h 6869574"/>
              <a:gd name="connsiteX4" fmla="*/ 6701742 w 6701742"/>
              <a:gd name="connsiteY4" fmla="*/ 6856244 h 6869574"/>
              <a:gd name="connsiteX5" fmla="*/ 6701742 w 6701742"/>
              <a:gd name="connsiteY5" fmla="*/ 6858000 h 6869574"/>
              <a:gd name="connsiteX6" fmla="*/ 6360289 w 6701742"/>
              <a:gd name="connsiteY6" fmla="*/ 6869574 h 6869574"/>
              <a:gd name="connsiteX7" fmla="*/ 0 w 6701742"/>
              <a:gd name="connsiteY7" fmla="*/ 1 h 6869574"/>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939023"/>
              <a:gd name="connsiteX1" fmla="*/ 966486 w 6701742"/>
              <a:gd name="connsiteY1" fmla="*/ 0 h 6939023"/>
              <a:gd name="connsiteX2" fmla="*/ 3174004 w 6701742"/>
              <a:gd name="connsiteY2" fmla="*/ 3818547 h 6939023"/>
              <a:gd name="connsiteX3" fmla="*/ 6694614 w 6701742"/>
              <a:gd name="connsiteY3" fmla="*/ 6856244 h 6939023"/>
              <a:gd name="connsiteX4" fmla="*/ 6701742 w 6701742"/>
              <a:gd name="connsiteY4" fmla="*/ 6856244 h 6939023"/>
              <a:gd name="connsiteX5" fmla="*/ 6643869 w 6701742"/>
              <a:gd name="connsiteY5" fmla="*/ 6939023 h 6939023"/>
              <a:gd name="connsiteX6" fmla="*/ 6354502 w 6701742"/>
              <a:gd name="connsiteY6" fmla="*/ 6863787 h 6939023"/>
              <a:gd name="connsiteX7" fmla="*/ 0 w 6701742"/>
              <a:gd name="connsiteY7" fmla="*/ 1 h 6939023"/>
              <a:gd name="connsiteX0" fmla="*/ 0 w 6776977"/>
              <a:gd name="connsiteY0" fmla="*/ 1 h 7070376"/>
              <a:gd name="connsiteX1" fmla="*/ 966486 w 6776977"/>
              <a:gd name="connsiteY1" fmla="*/ 0 h 7070376"/>
              <a:gd name="connsiteX2" fmla="*/ 3174004 w 6776977"/>
              <a:gd name="connsiteY2" fmla="*/ 3818547 h 7070376"/>
              <a:gd name="connsiteX3" fmla="*/ 6694614 w 6776977"/>
              <a:gd name="connsiteY3" fmla="*/ 6856244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76977"/>
              <a:gd name="connsiteY0" fmla="*/ 1 h 7070376"/>
              <a:gd name="connsiteX1" fmla="*/ 966486 w 6776977"/>
              <a:gd name="connsiteY1" fmla="*/ 0 h 7070376"/>
              <a:gd name="connsiteX2" fmla="*/ 3174004 w 6776977"/>
              <a:gd name="connsiteY2" fmla="*/ 3818547 h 7070376"/>
              <a:gd name="connsiteX3" fmla="*/ 6769849 w 6776977"/>
              <a:gd name="connsiteY3" fmla="*/ 6867819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69849"/>
              <a:gd name="connsiteY0" fmla="*/ 1 h 6939023"/>
              <a:gd name="connsiteX1" fmla="*/ 966486 w 6769849"/>
              <a:gd name="connsiteY1" fmla="*/ 0 h 6939023"/>
              <a:gd name="connsiteX2" fmla="*/ 3174004 w 6769849"/>
              <a:gd name="connsiteY2" fmla="*/ 3818547 h 6939023"/>
              <a:gd name="connsiteX3" fmla="*/ 6769849 w 6769849"/>
              <a:gd name="connsiteY3" fmla="*/ 6867819 h 6939023"/>
              <a:gd name="connsiteX4" fmla="*/ 6643869 w 6769849"/>
              <a:gd name="connsiteY4" fmla="*/ 6939023 h 6939023"/>
              <a:gd name="connsiteX5" fmla="*/ 6354502 w 6769849"/>
              <a:gd name="connsiteY5" fmla="*/ 6863787 h 6939023"/>
              <a:gd name="connsiteX6" fmla="*/ 0 w 6769849"/>
              <a:gd name="connsiteY6" fmla="*/ 1 h 6939023"/>
              <a:gd name="connsiteX0" fmla="*/ 0 w 6769849"/>
              <a:gd name="connsiteY0" fmla="*/ 1 h 6867819"/>
              <a:gd name="connsiteX1" fmla="*/ 966486 w 6769849"/>
              <a:gd name="connsiteY1" fmla="*/ 0 h 6867819"/>
              <a:gd name="connsiteX2" fmla="*/ 3174004 w 6769849"/>
              <a:gd name="connsiteY2" fmla="*/ 3818547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04557 w 6769849"/>
              <a:gd name="connsiteY2" fmla="*/ 3859058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27706 w 6769849"/>
              <a:gd name="connsiteY2" fmla="*/ 3754885 h 6867819"/>
              <a:gd name="connsiteX3" fmla="*/ 6769849 w 6769849"/>
              <a:gd name="connsiteY3" fmla="*/ 6867819 h 6867819"/>
              <a:gd name="connsiteX4" fmla="*/ 6354502 w 6769849"/>
              <a:gd name="connsiteY4" fmla="*/ 6863787 h 6867819"/>
              <a:gd name="connsiteX5" fmla="*/ 0 w 6769849"/>
              <a:gd name="connsiteY5" fmla="*/ 1 h 686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9849" h="6867819">
                <a:moveTo>
                  <a:pt x="0" y="1"/>
                </a:moveTo>
                <a:lnTo>
                  <a:pt x="966486" y="0"/>
                </a:lnTo>
                <a:cubicBezTo>
                  <a:pt x="1135707" y="386604"/>
                  <a:pt x="1763052" y="2599757"/>
                  <a:pt x="3127706" y="3754885"/>
                </a:cubicBezTo>
                <a:cubicBezTo>
                  <a:pt x="4467217" y="4888731"/>
                  <a:pt x="6074732" y="6204424"/>
                  <a:pt x="6769849" y="6867819"/>
                </a:cubicBezTo>
                <a:lnTo>
                  <a:pt x="6354502" y="6863787"/>
                </a:lnTo>
                <a:cubicBezTo>
                  <a:pt x="3923818" y="4398380"/>
                  <a:pt x="1533646" y="3946967"/>
                  <a:pt x="0" y="1"/>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extBox 1">
            <a:extLst>
              <a:ext uri="{FF2B5EF4-FFF2-40B4-BE49-F238E27FC236}">
                <a16:creationId xmlns:a16="http://schemas.microsoft.com/office/drawing/2014/main" id="{F0C2B91E-6263-3DFE-2F5D-8D4CD3A79360}"/>
              </a:ext>
            </a:extLst>
          </p:cNvPr>
          <p:cNvSpPr txBox="1"/>
          <p:nvPr userDrawn="1"/>
        </p:nvSpPr>
        <p:spPr>
          <a:xfrm>
            <a:off x="550863" y="6086183"/>
            <a:ext cx="1051570" cy="276999"/>
          </a:xfrm>
          <a:prstGeom prst="rect">
            <a:avLst/>
          </a:prstGeom>
          <a:noFill/>
        </p:spPr>
        <p:txBody>
          <a:bodyPr wrap="none" lIns="0" tIns="0" rIns="0" bIns="0" rtlCol="0">
            <a:spAutoFit/>
          </a:bodyPr>
          <a:lstStyle/>
          <a:p>
            <a:r>
              <a:rPr lang="en-GB" sz="1800" dirty="0" err="1">
                <a:solidFill>
                  <a:schemeClr val="tx2"/>
                </a:solidFill>
              </a:rPr>
              <a:t>xebia.com</a:t>
            </a:r>
            <a:endParaRPr lang="en-GB" sz="1800" dirty="0">
              <a:solidFill>
                <a:schemeClr val="tx2"/>
              </a:solidFill>
            </a:endParaRPr>
          </a:p>
        </p:txBody>
      </p:sp>
      <p:pic>
        <p:nvPicPr>
          <p:cNvPr id="3" name="Graphic 2">
            <a:extLst>
              <a:ext uri="{FF2B5EF4-FFF2-40B4-BE49-F238E27FC236}">
                <a16:creationId xmlns:a16="http://schemas.microsoft.com/office/drawing/2014/main" id="{FFFF42E6-A456-BD1D-C4C7-A3ADF1EF6685}"/>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7125" y="533282"/>
            <a:ext cx="1255744" cy="442730"/>
          </a:xfrm>
          <a:prstGeom prst="rect">
            <a:avLst/>
          </a:prstGeom>
        </p:spPr>
      </p:pic>
    </p:spTree>
    <p:extLst>
      <p:ext uri="{BB962C8B-B14F-4D97-AF65-F5344CB8AC3E}">
        <p14:creationId xmlns:p14="http://schemas.microsoft.com/office/powerpoint/2010/main" val="167767358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End-cover_dark">
    <p:bg>
      <p:bgPr>
        <a:solidFill>
          <a:schemeClr val="tx2"/>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0D52A9A4-97F2-7F53-0D44-94858DC3118F}"/>
              </a:ext>
            </a:extLst>
          </p:cNvPr>
          <p:cNvSpPr/>
          <p:nvPr userDrawn="1"/>
        </p:nvSpPr>
        <p:spPr>
          <a:xfrm>
            <a:off x="2575367" y="-1"/>
            <a:ext cx="6967960" cy="6867819"/>
          </a:xfrm>
          <a:custGeom>
            <a:avLst/>
            <a:gdLst>
              <a:gd name="connsiteX0" fmla="*/ 0 w 7089494"/>
              <a:gd name="connsiteY0" fmla="*/ 0 h 6858001"/>
              <a:gd name="connsiteX1" fmla="*/ 7089494 w 7089494"/>
              <a:gd name="connsiteY1" fmla="*/ 0 h 6858001"/>
              <a:gd name="connsiteX2" fmla="*/ 7089494 w 7089494"/>
              <a:gd name="connsiteY2" fmla="*/ 6858001 h 6858001"/>
              <a:gd name="connsiteX3" fmla="*/ 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6013048 w 7089494"/>
              <a:gd name="connsiteY3" fmla="*/ 668438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6967960"/>
              <a:gd name="connsiteY0" fmla="*/ 0 h 6863789"/>
              <a:gd name="connsiteX1" fmla="*/ 1319514 w 6967960"/>
              <a:gd name="connsiteY1" fmla="*/ 0 h 6863789"/>
              <a:gd name="connsiteX2" fmla="*/ 6967960 w 6967960"/>
              <a:gd name="connsiteY2" fmla="*/ 6863789 h 6863789"/>
              <a:gd name="connsiteX3" fmla="*/ 5202820 w 6967960"/>
              <a:gd name="connsiteY3" fmla="*/ 6858001 h 6863789"/>
              <a:gd name="connsiteX4" fmla="*/ 0 w 6967960"/>
              <a:gd name="connsiteY4" fmla="*/ 0 h 6863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67960" h="6863789">
                <a:moveTo>
                  <a:pt x="0" y="0"/>
                </a:moveTo>
                <a:lnTo>
                  <a:pt x="1319514" y="0"/>
                </a:lnTo>
                <a:cubicBezTo>
                  <a:pt x="2322654" y="4375230"/>
                  <a:pt x="5044633" y="4577789"/>
                  <a:pt x="6967960" y="6863789"/>
                </a:cubicBezTo>
                <a:lnTo>
                  <a:pt x="5202820" y="6858001"/>
                </a:lnTo>
                <a:cubicBezTo>
                  <a:pt x="3624805" y="4299996"/>
                  <a:pt x="1196049" y="2708476"/>
                  <a:pt x="0" y="0"/>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7" name="Text Placeholder 6">
            <a:extLst>
              <a:ext uri="{FF2B5EF4-FFF2-40B4-BE49-F238E27FC236}">
                <a16:creationId xmlns:a16="http://schemas.microsoft.com/office/drawing/2014/main" id="{E826FE26-AFDB-F07C-663E-7C33DA765794}"/>
              </a:ext>
            </a:extLst>
          </p:cNvPr>
          <p:cNvSpPr>
            <a:spLocks noGrp="1"/>
          </p:cNvSpPr>
          <p:nvPr>
            <p:ph idx="1" hasCustomPrompt="1"/>
          </p:nvPr>
        </p:nvSpPr>
        <p:spPr>
          <a:xfrm>
            <a:off x="554037" y="4016436"/>
            <a:ext cx="4252632" cy="995423"/>
          </a:xfrm>
          <a:prstGeom prst="rect">
            <a:avLst/>
          </a:prstGeom>
        </p:spPr>
        <p:txBody>
          <a:bodyPr vert="horz" lIns="0" tIns="0" rIns="0" bIns="0" rtlCol="0">
            <a:normAutofit/>
          </a:bodyPr>
          <a:lstStyle>
            <a:lvl1pPr marL="0" indent="0">
              <a:buNone/>
              <a:defRPr>
                <a:solidFill>
                  <a:schemeClr val="bg1"/>
                </a:solidFill>
              </a:defRPr>
            </a:lvl1pPr>
            <a:lvl2pPr marL="457200" indent="0">
              <a:buNone/>
              <a:defRPr/>
            </a:lvl2pPr>
            <a:lvl3pPr marL="914400" indent="0">
              <a:buNone/>
              <a:defRPr/>
            </a:lvl3pPr>
          </a:lstStyle>
          <a:p>
            <a:pPr lvl="0"/>
            <a:r>
              <a:rPr lang="en-GB" dirty="0"/>
              <a:t>Click to edit Master text styles</a:t>
            </a:r>
          </a:p>
        </p:txBody>
      </p:sp>
      <p:sp>
        <p:nvSpPr>
          <p:cNvPr id="8" name="Title Placeholder 10">
            <a:extLst>
              <a:ext uri="{FF2B5EF4-FFF2-40B4-BE49-F238E27FC236}">
                <a16:creationId xmlns:a16="http://schemas.microsoft.com/office/drawing/2014/main" id="{D0396193-2776-6A62-7DE8-4E7F9141097E}"/>
              </a:ext>
            </a:extLst>
          </p:cNvPr>
          <p:cNvSpPr>
            <a:spLocks noGrp="1"/>
          </p:cNvSpPr>
          <p:nvPr>
            <p:ph type="title" hasCustomPrompt="1"/>
          </p:nvPr>
        </p:nvSpPr>
        <p:spPr>
          <a:xfrm>
            <a:off x="554038" y="3429000"/>
            <a:ext cx="4252632" cy="584261"/>
          </a:xfrm>
          <a:prstGeom prst="rect">
            <a:avLst/>
          </a:prstGeom>
        </p:spPr>
        <p:txBody>
          <a:bodyPr vert="horz" lIns="0" tIns="0" rIns="0" bIns="0" rtlCol="0" anchor="t">
            <a:normAutofit/>
          </a:bodyPr>
          <a:lstStyle>
            <a:lvl1pPr>
              <a:defRPr>
                <a:solidFill>
                  <a:schemeClr val="bg1"/>
                </a:solidFill>
              </a:defRPr>
            </a:lvl1pPr>
          </a:lstStyle>
          <a:p>
            <a:r>
              <a:rPr lang="en-GB" dirty="0"/>
              <a:t>Thanks!</a:t>
            </a:r>
            <a:endParaRPr lang="en-PL" dirty="0"/>
          </a:p>
        </p:txBody>
      </p:sp>
      <p:sp>
        <p:nvSpPr>
          <p:cNvPr id="24" name="Picture Placeholder 23">
            <a:extLst>
              <a:ext uri="{FF2B5EF4-FFF2-40B4-BE49-F238E27FC236}">
                <a16:creationId xmlns:a16="http://schemas.microsoft.com/office/drawing/2014/main" id="{EE48DFFF-E338-09B9-2477-E5D55A4DD2B9}"/>
              </a:ext>
            </a:extLst>
          </p:cNvPr>
          <p:cNvSpPr>
            <a:spLocks noGrp="1"/>
          </p:cNvSpPr>
          <p:nvPr>
            <p:ph type="pic" sz="quarter" idx="10" hasCustomPrompt="1"/>
          </p:nvPr>
        </p:nvSpPr>
        <p:spPr>
          <a:xfrm>
            <a:off x="3958542" y="1"/>
            <a:ext cx="8233458" cy="6858000"/>
          </a:xfrm>
          <a:custGeom>
            <a:avLst/>
            <a:gdLst>
              <a:gd name="connsiteX0" fmla="*/ 0 w 8233458"/>
              <a:gd name="connsiteY0" fmla="*/ 0 h 6858000"/>
              <a:gd name="connsiteX1" fmla="*/ 8233458 w 8233458"/>
              <a:gd name="connsiteY1" fmla="*/ 0 h 6858000"/>
              <a:gd name="connsiteX2" fmla="*/ 8233458 w 8233458"/>
              <a:gd name="connsiteY2" fmla="*/ 6858000 h 6858000"/>
              <a:gd name="connsiteX3" fmla="*/ 5776855 w 8233458"/>
              <a:gd name="connsiteY3" fmla="*/ 6858000 h 6858000"/>
              <a:gd name="connsiteX4" fmla="*/ 2226297 w 8233458"/>
              <a:gd name="connsiteY4" fmla="*/ 3819525 h 6858000"/>
              <a:gd name="connsiteX5" fmla="*/ 0 w 823345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33458" h="6858000">
                <a:moveTo>
                  <a:pt x="0" y="0"/>
                </a:moveTo>
                <a:lnTo>
                  <a:pt x="8233458" y="0"/>
                </a:lnTo>
                <a:lnTo>
                  <a:pt x="8233458" y="6858000"/>
                </a:lnTo>
                <a:lnTo>
                  <a:pt x="5776855" y="6858000"/>
                </a:lnTo>
                <a:cubicBezTo>
                  <a:pt x="5776855" y="6858000"/>
                  <a:pt x="3771270" y="5153026"/>
                  <a:pt x="2226297" y="3819525"/>
                </a:cubicBezTo>
                <a:cubicBezTo>
                  <a:pt x="681323" y="2486025"/>
                  <a:pt x="0" y="0"/>
                  <a:pt x="0" y="0"/>
                </a:cubicBezTo>
                <a:close/>
              </a:path>
            </a:pathLst>
          </a:custGeom>
          <a:solidFill>
            <a:schemeClr val="bg2"/>
          </a:solidFill>
        </p:spPr>
        <p:txBody>
          <a:bodyPr wrap="square" lIns="2520000" rIns="2520000" anchor="ctr">
            <a:noAutofit/>
          </a:bodyPr>
          <a:lstStyle>
            <a:lvl1pPr marL="0" indent="0" algn="ctr">
              <a:buNone/>
              <a:defRPr sz="1600"/>
            </a:lvl1pPr>
          </a:lstStyle>
          <a:p>
            <a:r>
              <a:rPr lang="en-GB" dirty="0"/>
              <a:t>You can add a photo</a:t>
            </a:r>
          </a:p>
        </p:txBody>
      </p:sp>
      <p:sp>
        <p:nvSpPr>
          <p:cNvPr id="36" name="Freeform 35">
            <a:extLst>
              <a:ext uri="{FF2B5EF4-FFF2-40B4-BE49-F238E27FC236}">
                <a16:creationId xmlns:a16="http://schemas.microsoft.com/office/drawing/2014/main" id="{65547924-9C4A-ECA1-A5C7-F0DEF0CA22FA}"/>
              </a:ext>
            </a:extLst>
          </p:cNvPr>
          <p:cNvSpPr/>
          <p:nvPr userDrawn="1"/>
        </p:nvSpPr>
        <p:spPr>
          <a:xfrm>
            <a:off x="3003630" y="-1"/>
            <a:ext cx="6769849" cy="6867819"/>
          </a:xfrm>
          <a:custGeom>
            <a:avLst/>
            <a:gdLst>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0 w 6765403"/>
              <a:gd name="connsiteY6" fmla="*/ 685800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5972537 w 6765403"/>
              <a:gd name="connsiteY6" fmla="*/ 6869574 h 6869574"/>
              <a:gd name="connsiteX7" fmla="*/ 0 w 6765403"/>
              <a:gd name="connsiteY7" fmla="*/ 0 h 6869574"/>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6400800 w 6765403"/>
              <a:gd name="connsiteY6" fmla="*/ 6834850 h 6858000"/>
              <a:gd name="connsiteX7" fmla="*/ 0 w 6765403"/>
              <a:gd name="connsiteY7" fmla="*/ 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117221"/>
              <a:gd name="connsiteY0" fmla="*/ 0 h 6875361"/>
              <a:gd name="connsiteX1" fmla="*/ 381965 w 6117221"/>
              <a:gd name="connsiteY1" fmla="*/ 5787 h 6875361"/>
              <a:gd name="connsiteX2" fmla="*/ 2589483 w 6117221"/>
              <a:gd name="connsiteY2" fmla="*/ 3824334 h 6875361"/>
              <a:gd name="connsiteX3" fmla="*/ 6110093 w 6117221"/>
              <a:gd name="connsiteY3" fmla="*/ 6862031 h 6875361"/>
              <a:gd name="connsiteX4" fmla="*/ 6117221 w 6117221"/>
              <a:gd name="connsiteY4" fmla="*/ 6862031 h 6875361"/>
              <a:gd name="connsiteX5" fmla="*/ 6117221 w 6117221"/>
              <a:gd name="connsiteY5" fmla="*/ 6863787 h 6875361"/>
              <a:gd name="connsiteX6" fmla="*/ 5775768 w 6117221"/>
              <a:gd name="connsiteY6" fmla="*/ 6875361 h 6875361"/>
              <a:gd name="connsiteX7" fmla="*/ 0 w 6117221"/>
              <a:gd name="connsiteY7" fmla="*/ 0 h 6875361"/>
              <a:gd name="connsiteX0" fmla="*/ 0 w 6701742"/>
              <a:gd name="connsiteY0" fmla="*/ 1 h 6869574"/>
              <a:gd name="connsiteX1" fmla="*/ 966486 w 6701742"/>
              <a:gd name="connsiteY1" fmla="*/ 0 h 6869574"/>
              <a:gd name="connsiteX2" fmla="*/ 3174004 w 6701742"/>
              <a:gd name="connsiteY2" fmla="*/ 3818547 h 6869574"/>
              <a:gd name="connsiteX3" fmla="*/ 6694614 w 6701742"/>
              <a:gd name="connsiteY3" fmla="*/ 6856244 h 6869574"/>
              <a:gd name="connsiteX4" fmla="*/ 6701742 w 6701742"/>
              <a:gd name="connsiteY4" fmla="*/ 6856244 h 6869574"/>
              <a:gd name="connsiteX5" fmla="*/ 6701742 w 6701742"/>
              <a:gd name="connsiteY5" fmla="*/ 6858000 h 6869574"/>
              <a:gd name="connsiteX6" fmla="*/ 6360289 w 6701742"/>
              <a:gd name="connsiteY6" fmla="*/ 6869574 h 6869574"/>
              <a:gd name="connsiteX7" fmla="*/ 0 w 6701742"/>
              <a:gd name="connsiteY7" fmla="*/ 1 h 6869574"/>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939023"/>
              <a:gd name="connsiteX1" fmla="*/ 966486 w 6701742"/>
              <a:gd name="connsiteY1" fmla="*/ 0 h 6939023"/>
              <a:gd name="connsiteX2" fmla="*/ 3174004 w 6701742"/>
              <a:gd name="connsiteY2" fmla="*/ 3818547 h 6939023"/>
              <a:gd name="connsiteX3" fmla="*/ 6694614 w 6701742"/>
              <a:gd name="connsiteY3" fmla="*/ 6856244 h 6939023"/>
              <a:gd name="connsiteX4" fmla="*/ 6701742 w 6701742"/>
              <a:gd name="connsiteY4" fmla="*/ 6856244 h 6939023"/>
              <a:gd name="connsiteX5" fmla="*/ 6643869 w 6701742"/>
              <a:gd name="connsiteY5" fmla="*/ 6939023 h 6939023"/>
              <a:gd name="connsiteX6" fmla="*/ 6354502 w 6701742"/>
              <a:gd name="connsiteY6" fmla="*/ 6863787 h 6939023"/>
              <a:gd name="connsiteX7" fmla="*/ 0 w 6701742"/>
              <a:gd name="connsiteY7" fmla="*/ 1 h 6939023"/>
              <a:gd name="connsiteX0" fmla="*/ 0 w 6776977"/>
              <a:gd name="connsiteY0" fmla="*/ 1 h 7070376"/>
              <a:gd name="connsiteX1" fmla="*/ 966486 w 6776977"/>
              <a:gd name="connsiteY1" fmla="*/ 0 h 7070376"/>
              <a:gd name="connsiteX2" fmla="*/ 3174004 w 6776977"/>
              <a:gd name="connsiteY2" fmla="*/ 3818547 h 7070376"/>
              <a:gd name="connsiteX3" fmla="*/ 6694614 w 6776977"/>
              <a:gd name="connsiteY3" fmla="*/ 6856244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76977"/>
              <a:gd name="connsiteY0" fmla="*/ 1 h 7070376"/>
              <a:gd name="connsiteX1" fmla="*/ 966486 w 6776977"/>
              <a:gd name="connsiteY1" fmla="*/ 0 h 7070376"/>
              <a:gd name="connsiteX2" fmla="*/ 3174004 w 6776977"/>
              <a:gd name="connsiteY2" fmla="*/ 3818547 h 7070376"/>
              <a:gd name="connsiteX3" fmla="*/ 6769849 w 6776977"/>
              <a:gd name="connsiteY3" fmla="*/ 6867819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69849"/>
              <a:gd name="connsiteY0" fmla="*/ 1 h 6939023"/>
              <a:gd name="connsiteX1" fmla="*/ 966486 w 6769849"/>
              <a:gd name="connsiteY1" fmla="*/ 0 h 6939023"/>
              <a:gd name="connsiteX2" fmla="*/ 3174004 w 6769849"/>
              <a:gd name="connsiteY2" fmla="*/ 3818547 h 6939023"/>
              <a:gd name="connsiteX3" fmla="*/ 6769849 w 6769849"/>
              <a:gd name="connsiteY3" fmla="*/ 6867819 h 6939023"/>
              <a:gd name="connsiteX4" fmla="*/ 6643869 w 6769849"/>
              <a:gd name="connsiteY4" fmla="*/ 6939023 h 6939023"/>
              <a:gd name="connsiteX5" fmla="*/ 6354502 w 6769849"/>
              <a:gd name="connsiteY5" fmla="*/ 6863787 h 6939023"/>
              <a:gd name="connsiteX6" fmla="*/ 0 w 6769849"/>
              <a:gd name="connsiteY6" fmla="*/ 1 h 6939023"/>
              <a:gd name="connsiteX0" fmla="*/ 0 w 6769849"/>
              <a:gd name="connsiteY0" fmla="*/ 1 h 6867819"/>
              <a:gd name="connsiteX1" fmla="*/ 966486 w 6769849"/>
              <a:gd name="connsiteY1" fmla="*/ 0 h 6867819"/>
              <a:gd name="connsiteX2" fmla="*/ 3174004 w 6769849"/>
              <a:gd name="connsiteY2" fmla="*/ 3818547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04557 w 6769849"/>
              <a:gd name="connsiteY2" fmla="*/ 3859058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27706 w 6769849"/>
              <a:gd name="connsiteY2" fmla="*/ 3754885 h 6867819"/>
              <a:gd name="connsiteX3" fmla="*/ 6769849 w 6769849"/>
              <a:gd name="connsiteY3" fmla="*/ 6867819 h 6867819"/>
              <a:gd name="connsiteX4" fmla="*/ 6354502 w 6769849"/>
              <a:gd name="connsiteY4" fmla="*/ 6863787 h 6867819"/>
              <a:gd name="connsiteX5" fmla="*/ 0 w 6769849"/>
              <a:gd name="connsiteY5" fmla="*/ 1 h 686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9849" h="6867819">
                <a:moveTo>
                  <a:pt x="0" y="1"/>
                </a:moveTo>
                <a:lnTo>
                  <a:pt x="966486" y="0"/>
                </a:lnTo>
                <a:cubicBezTo>
                  <a:pt x="1135707" y="386604"/>
                  <a:pt x="1763052" y="2599757"/>
                  <a:pt x="3127706" y="3754885"/>
                </a:cubicBezTo>
                <a:cubicBezTo>
                  <a:pt x="4467217" y="4888731"/>
                  <a:pt x="6074732" y="6204424"/>
                  <a:pt x="6769849" y="6867819"/>
                </a:cubicBezTo>
                <a:lnTo>
                  <a:pt x="6354502" y="6863787"/>
                </a:lnTo>
                <a:cubicBezTo>
                  <a:pt x="3923818" y="4398380"/>
                  <a:pt x="1533646" y="3946967"/>
                  <a:pt x="0" y="1"/>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extBox 1">
            <a:extLst>
              <a:ext uri="{FF2B5EF4-FFF2-40B4-BE49-F238E27FC236}">
                <a16:creationId xmlns:a16="http://schemas.microsoft.com/office/drawing/2014/main" id="{F0C2B91E-6263-3DFE-2F5D-8D4CD3A79360}"/>
              </a:ext>
            </a:extLst>
          </p:cNvPr>
          <p:cNvSpPr txBox="1"/>
          <p:nvPr userDrawn="1"/>
        </p:nvSpPr>
        <p:spPr>
          <a:xfrm>
            <a:off x="550863" y="6086183"/>
            <a:ext cx="1051570" cy="276999"/>
          </a:xfrm>
          <a:prstGeom prst="rect">
            <a:avLst/>
          </a:prstGeom>
          <a:noFill/>
        </p:spPr>
        <p:txBody>
          <a:bodyPr wrap="none" lIns="0" tIns="0" rIns="0" bIns="0" rtlCol="0">
            <a:spAutoFit/>
          </a:bodyPr>
          <a:lstStyle/>
          <a:p>
            <a:r>
              <a:rPr lang="en-GB" sz="1800" dirty="0" err="1">
                <a:solidFill>
                  <a:schemeClr val="accent3"/>
                </a:solidFill>
              </a:rPr>
              <a:t>xebia.com</a:t>
            </a:r>
            <a:endParaRPr lang="en-GB" sz="1800" dirty="0">
              <a:solidFill>
                <a:schemeClr val="accent3"/>
              </a:solidFill>
            </a:endParaRPr>
          </a:p>
        </p:txBody>
      </p:sp>
      <p:pic>
        <p:nvPicPr>
          <p:cNvPr id="3" name="Graphic 2">
            <a:extLst>
              <a:ext uri="{FF2B5EF4-FFF2-40B4-BE49-F238E27FC236}">
                <a16:creationId xmlns:a16="http://schemas.microsoft.com/office/drawing/2014/main" id="{D6B500E9-9A83-15DB-09B2-5C18BB6C1F5C}"/>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7125" y="533282"/>
            <a:ext cx="1255744" cy="442730"/>
          </a:xfrm>
          <a:prstGeom prst="rect">
            <a:avLst/>
          </a:prstGeom>
        </p:spPr>
      </p:pic>
    </p:spTree>
    <p:extLst>
      <p:ext uri="{BB962C8B-B14F-4D97-AF65-F5344CB8AC3E}">
        <p14:creationId xmlns:p14="http://schemas.microsoft.com/office/powerpoint/2010/main" val="29962894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3663FBB-EF9F-3E1B-108D-63CA29DF62AE}"/>
              </a:ext>
            </a:extLst>
          </p:cNvPr>
          <p:cNvSpPr>
            <a:spLocks noGrp="1"/>
          </p:cNvSpPr>
          <p:nvPr>
            <p:ph type="body" idx="1"/>
          </p:nvPr>
        </p:nvSpPr>
        <p:spPr>
          <a:xfrm>
            <a:off x="550863" y="1825625"/>
            <a:ext cx="11093450" cy="4483100"/>
          </a:xfrm>
          <a:prstGeom prst="rect">
            <a:avLst/>
          </a:prstGeom>
        </p:spPr>
        <p:txBody>
          <a:bodyPr vert="horz" lIns="0" tIns="0" rIns="0" bIns="0" rtlCol="0">
            <a:normAutofit/>
          </a:bodyPr>
          <a:lstStyle/>
          <a:p>
            <a:pPr lvl="0"/>
            <a:r>
              <a:rPr lang="en-GB" dirty="0"/>
              <a:t>Click to edit Master text styles</a:t>
            </a:r>
          </a:p>
          <a:p>
            <a:pPr lvl="1"/>
            <a:r>
              <a:rPr lang="en-GB" dirty="0"/>
              <a:t>Second level</a:t>
            </a:r>
          </a:p>
          <a:p>
            <a:pPr lvl="2"/>
            <a:r>
              <a:rPr lang="en-GB" dirty="0"/>
              <a:t>Third level</a:t>
            </a:r>
          </a:p>
        </p:txBody>
      </p:sp>
      <p:sp>
        <p:nvSpPr>
          <p:cNvPr id="10" name="Slide Number Placeholder 5">
            <a:extLst>
              <a:ext uri="{FF2B5EF4-FFF2-40B4-BE49-F238E27FC236}">
                <a16:creationId xmlns:a16="http://schemas.microsoft.com/office/drawing/2014/main" id="{26E93499-EFB0-CC96-CEB4-CEDC25EC9175}"/>
              </a:ext>
            </a:extLst>
          </p:cNvPr>
          <p:cNvSpPr>
            <a:spLocks noGrp="1"/>
          </p:cNvSpPr>
          <p:nvPr>
            <p:ph type="sldNum" sz="quarter" idx="4"/>
          </p:nvPr>
        </p:nvSpPr>
        <p:spPr>
          <a:xfrm>
            <a:off x="11641138" y="6311096"/>
            <a:ext cx="550862" cy="546904"/>
          </a:xfrm>
          <a:prstGeom prst="rect">
            <a:avLst/>
          </a:prstGeom>
        </p:spPr>
        <p:txBody>
          <a:bodyPr anchor="ctr"/>
          <a:lstStyle>
            <a:lvl1pPr algn="ctr">
              <a:defRPr sz="1200">
                <a:solidFill>
                  <a:schemeClr val="accent5"/>
                </a:solidFill>
              </a:defRPr>
            </a:lvl1pPr>
          </a:lstStyle>
          <a:p>
            <a:fld id="{B55D9570-D3FC-6D43-AC32-D988B1849109}" type="slidenum">
              <a:rPr lang="en-PL" smtClean="0"/>
              <a:pPr/>
              <a:t>‹#›</a:t>
            </a:fld>
            <a:endParaRPr lang="en-PL" dirty="0"/>
          </a:p>
        </p:txBody>
      </p:sp>
      <p:sp>
        <p:nvSpPr>
          <p:cNvPr id="11" name="Title Placeholder 10">
            <a:extLst>
              <a:ext uri="{FF2B5EF4-FFF2-40B4-BE49-F238E27FC236}">
                <a16:creationId xmlns:a16="http://schemas.microsoft.com/office/drawing/2014/main" id="{1B2BDAE8-5075-CC4B-53CB-FB986C283285}"/>
              </a:ext>
            </a:extLst>
          </p:cNvPr>
          <p:cNvSpPr>
            <a:spLocks noGrp="1"/>
          </p:cNvSpPr>
          <p:nvPr>
            <p:ph type="title"/>
          </p:nvPr>
        </p:nvSpPr>
        <p:spPr>
          <a:xfrm>
            <a:off x="554038" y="549476"/>
            <a:ext cx="11090275" cy="1131687"/>
          </a:xfrm>
          <a:prstGeom prst="rect">
            <a:avLst/>
          </a:prstGeom>
        </p:spPr>
        <p:txBody>
          <a:bodyPr vert="horz" lIns="0" tIns="0" rIns="0" bIns="0" rtlCol="0" anchor="t">
            <a:normAutofit/>
          </a:bodyPr>
          <a:lstStyle/>
          <a:p>
            <a:r>
              <a:rPr lang="en-US"/>
              <a:t>Click to edit Master title style</a:t>
            </a:r>
            <a:endParaRPr lang="en-PL" dirty="0"/>
          </a:p>
        </p:txBody>
      </p:sp>
    </p:spTree>
    <p:extLst>
      <p:ext uri="{BB962C8B-B14F-4D97-AF65-F5344CB8AC3E}">
        <p14:creationId xmlns:p14="http://schemas.microsoft.com/office/powerpoint/2010/main" val="4111661604"/>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99" r:id="rId8"/>
    <p:sldLayoutId id="2147483704"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 id="2147483698" r:id="rId24"/>
    <p:sldLayoutId id="2147483705" r:id="rId25"/>
    <p:sldLayoutId id="2147483700" r:id="rId26"/>
    <p:sldLayoutId id="2147483701" r:id="rId27"/>
    <p:sldLayoutId id="2147483702" r:id="rId28"/>
    <p:sldLayoutId id="2147483703" r:id="rId29"/>
  </p:sldLayoutIdLst>
  <p:hf hdr="0" ftr="0" dt="0"/>
  <p:txStyles>
    <p:titleStyle>
      <a:lvl1pPr algn="l" defTabSz="914400" rtl="0" eaLnBrk="1" latinLnBrk="0" hangingPunct="1">
        <a:lnSpc>
          <a:spcPct val="90000"/>
        </a:lnSpc>
        <a:spcBef>
          <a:spcPct val="0"/>
        </a:spcBef>
        <a:buNone/>
        <a:defRPr sz="30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47" userDrawn="1">
          <p15:clr>
            <a:srgbClr val="F26B43"/>
          </p15:clr>
        </p15:guide>
        <p15:guide id="4" pos="7333" userDrawn="1">
          <p15:clr>
            <a:srgbClr val="F26B43"/>
          </p15:clr>
        </p15:guide>
        <p15:guide id="5" orient="horz" pos="346" userDrawn="1">
          <p15:clr>
            <a:srgbClr val="F26B43"/>
          </p15:clr>
        </p15:guide>
        <p15:guide id="6"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3" Type="http://schemas.openxmlformats.org/officeDocument/2006/relationships/hyperlink" Target="https://xebiagroup.sharepoint.com/:b:/s/XebiaCreativeService/ETFB5uZpfilLty6R_WEpU-8B1TMYoWMWG_fwVs5xcxyhrQ?e=AkwI1A"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hyperlink" Target="https://xebiagroup.sharepoint.com/:p:/r/sites/XebiaCreativeService/Gedeelde%20documenten/Design_Space/Xebia_Brand/Templates/Official%20Powerpoints/Xebia_CV-Template.potx?d=w672cecd4567c4f5a9d4fe3b4d297f876&amp;csf=1&amp;web=1&amp;e=ET0EZW" TargetMode="External"/><Relationship Id="rId5" Type="http://schemas.openxmlformats.org/officeDocument/2006/relationships/hyperlink" Target="https://xebiagroup.sharepoint.com/:f:/r/sites/XebiaCreativeService/Gedeelde%20documenten/Design_Space/Xebia_Brand/Brand%20Assets/Icons?csf=1&amp;web=1&amp;e=wM8csr" TargetMode="External"/><Relationship Id="rId4" Type="http://schemas.openxmlformats.org/officeDocument/2006/relationships/hyperlink" Target="https://xebiagroup.sharepoint.com/:f:/r/sites/XebiaCreativeService/Gedeelde%20documenten/Design_Space/Xebia_Brand/Brand%20Assets/Photo?csf=1&amp;web=1&amp;e=08gk2x"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15.xml"/><Relationship Id="rId4" Type="http://schemas.openxmlformats.org/officeDocument/2006/relationships/image" Target="../media/image16.jpeg"/></Relationships>
</file>

<file path=ppt/slides/_rels/slide1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16.xml"/><Relationship Id="rId5" Type="http://schemas.openxmlformats.org/officeDocument/2006/relationships/image" Target="../media/image20.jpeg"/><Relationship Id="rId4" Type="http://schemas.openxmlformats.org/officeDocument/2006/relationships/image" Target="../media/image19.jpeg"/></Relationships>
</file>

<file path=ppt/slides/_rels/slide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26.xml"/></Relationships>
</file>

<file path=ppt/slides/_rels/slide3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27.xml"/></Relationships>
</file>

<file path=ppt/slides/_rels/slide32.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4.svg"/></Relationships>
</file>

<file path=ppt/slides/_rels/slide3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8.xml"/></Relationships>
</file>

<file path=ppt/slides/_rels/slide37.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3" name="Picture Placeholder 9" descr="A close-up of a hand on a keyboard&#10;&#10;Description automatically generated">
            <a:extLst>
              <a:ext uri="{FF2B5EF4-FFF2-40B4-BE49-F238E27FC236}">
                <a16:creationId xmlns:a16="http://schemas.microsoft.com/office/drawing/2014/main" id="{CFD40F25-AF5F-662D-D099-D4210F97513B}"/>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7574694" y="0"/>
            <a:ext cx="4617306" cy="6858000"/>
          </a:xfrm>
          <a:custGeom>
            <a:avLst/>
            <a:gdLst>
              <a:gd name="connsiteX0" fmla="*/ 719981 w 4617306"/>
              <a:gd name="connsiteY0" fmla="*/ 0 h 6858000"/>
              <a:gd name="connsiteX1" fmla="*/ 4617306 w 4617306"/>
              <a:gd name="connsiteY1" fmla="*/ 0 h 6858000"/>
              <a:gd name="connsiteX2" fmla="*/ 4617306 w 4617306"/>
              <a:gd name="connsiteY2" fmla="*/ 6858000 h 6858000"/>
              <a:gd name="connsiteX3" fmla="*/ 251282 w 4617306"/>
              <a:gd name="connsiteY3" fmla="*/ 6858000 h 6858000"/>
              <a:gd name="connsiteX4" fmla="*/ 236245 w 4617306"/>
              <a:gd name="connsiteY4" fmla="*/ 6776573 h 6858000"/>
              <a:gd name="connsiteX5" fmla="*/ 55246 w 4617306"/>
              <a:gd name="connsiteY5" fmla="*/ 4176390 h 6858000"/>
              <a:gd name="connsiteX6" fmla="*/ 723846 w 4617306"/>
              <a:gd name="connsiteY6" fmla="*/ 313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17306" h="6858000">
                <a:moveTo>
                  <a:pt x="719981" y="0"/>
                </a:moveTo>
                <a:lnTo>
                  <a:pt x="4617306" y="0"/>
                </a:lnTo>
                <a:lnTo>
                  <a:pt x="4617306" y="6858000"/>
                </a:lnTo>
                <a:lnTo>
                  <a:pt x="251282" y="6858000"/>
                </a:lnTo>
                <a:lnTo>
                  <a:pt x="236245" y="6776573"/>
                </a:lnTo>
                <a:cubicBezTo>
                  <a:pt x="81750" y="5981827"/>
                  <a:pt x="-90781" y="5221592"/>
                  <a:pt x="55246" y="4176390"/>
                </a:cubicBezTo>
                <a:cubicBezTo>
                  <a:pt x="225619" y="2956996"/>
                  <a:pt x="830446" y="1344814"/>
                  <a:pt x="723846" y="31316"/>
                </a:cubicBezTo>
                <a:close/>
              </a:path>
            </a:pathLst>
          </a:custGeom>
          <a:solidFill>
            <a:schemeClr val="bg2"/>
          </a:solidFill>
        </p:spPr>
      </p:pic>
      <p:sp>
        <p:nvSpPr>
          <p:cNvPr id="2" name="Title 1">
            <a:extLst>
              <a:ext uri="{FF2B5EF4-FFF2-40B4-BE49-F238E27FC236}">
                <a16:creationId xmlns:a16="http://schemas.microsoft.com/office/drawing/2014/main" id="{A81EAF1C-CADD-F500-7219-DAC76E4CA788}"/>
              </a:ext>
            </a:extLst>
          </p:cNvPr>
          <p:cNvSpPr>
            <a:spLocks noGrp="1"/>
          </p:cNvSpPr>
          <p:nvPr>
            <p:ph type="title"/>
          </p:nvPr>
        </p:nvSpPr>
        <p:spPr/>
        <p:txBody>
          <a:bodyPr>
            <a:normAutofit/>
          </a:bodyPr>
          <a:lstStyle/>
          <a:p>
            <a:r>
              <a:rPr lang="en-GB" sz="4000" dirty="0"/>
              <a:t>PPT General Template</a:t>
            </a:r>
          </a:p>
        </p:txBody>
      </p:sp>
      <p:sp>
        <p:nvSpPr>
          <p:cNvPr id="3" name="Slide Number Placeholder 2">
            <a:extLst>
              <a:ext uri="{FF2B5EF4-FFF2-40B4-BE49-F238E27FC236}">
                <a16:creationId xmlns:a16="http://schemas.microsoft.com/office/drawing/2014/main" id="{396F542B-DCDA-88A0-799E-E2AC7931B6FC}"/>
              </a:ext>
            </a:extLst>
          </p:cNvPr>
          <p:cNvSpPr>
            <a:spLocks noGrp="1"/>
          </p:cNvSpPr>
          <p:nvPr>
            <p:ph type="sldNum" sz="quarter" idx="10"/>
          </p:nvPr>
        </p:nvSpPr>
        <p:spPr/>
        <p:txBody>
          <a:bodyPr/>
          <a:lstStyle/>
          <a:p>
            <a:fld id="{4EE75B84-B7E0-4C4B-AC9D-894B0C074E7C}" type="slidenum">
              <a:rPr lang="en-PL" smtClean="0"/>
              <a:pPr/>
              <a:t>1</a:t>
            </a:fld>
            <a:endParaRPr lang="en-PL" dirty="0"/>
          </a:p>
        </p:txBody>
      </p:sp>
      <p:sp>
        <p:nvSpPr>
          <p:cNvPr id="5" name="Content Placeholder 4">
            <a:extLst>
              <a:ext uri="{FF2B5EF4-FFF2-40B4-BE49-F238E27FC236}">
                <a16:creationId xmlns:a16="http://schemas.microsoft.com/office/drawing/2014/main" id="{C0EA4F80-76BE-7E99-47EB-E7A22475656F}"/>
              </a:ext>
            </a:extLst>
          </p:cNvPr>
          <p:cNvSpPr>
            <a:spLocks noGrp="1"/>
          </p:cNvSpPr>
          <p:nvPr>
            <p:ph idx="1"/>
          </p:nvPr>
        </p:nvSpPr>
        <p:spPr>
          <a:xfrm>
            <a:off x="554070" y="2041714"/>
            <a:ext cx="5819835" cy="4412874"/>
          </a:xfrm>
        </p:spPr>
        <p:txBody>
          <a:bodyPr vert="horz" lIns="0" tIns="0" rIns="0" bIns="0" rtlCol="0" anchor="t">
            <a:normAutofit/>
          </a:bodyPr>
          <a:lstStyle/>
          <a:p>
            <a:r>
              <a:rPr lang="en-GB" sz="1800" b="1" dirty="0"/>
              <a:t>Before you start!</a:t>
            </a:r>
          </a:p>
          <a:p>
            <a:pPr marL="228600" indent="-228600">
              <a:buFont typeface="+mj-lt"/>
              <a:buAutoNum type="arabicPeriod"/>
            </a:pPr>
            <a:r>
              <a:rPr lang="en-GB" dirty="0"/>
              <a:t>Downloads the file from SharePoint to yourself on your computer.</a:t>
            </a:r>
          </a:p>
          <a:p>
            <a:pPr marL="228600" indent="-228600">
              <a:buFont typeface="+mj-lt"/>
              <a:buAutoNum type="arabicPeriod"/>
            </a:pPr>
            <a:r>
              <a:rPr lang="en-GB" dirty="0"/>
              <a:t>The presentation uses the Arial font, so you don't need to install anything extra.</a:t>
            </a:r>
          </a:p>
          <a:p>
            <a:pPr marL="228600" indent="-228600">
              <a:buFont typeface="+mj-lt"/>
              <a:buAutoNum type="arabicPeriod"/>
            </a:pPr>
            <a:r>
              <a:rPr lang="en-GB" dirty="0"/>
              <a:t>On the Best Practices slide you will find links to our resources with images and icons and instructions on how to easily create a </a:t>
            </a:r>
            <a:r>
              <a:rPr lang="en-GB" dirty="0" err="1"/>
              <a:t>Xebia</a:t>
            </a:r>
            <a:r>
              <a:rPr lang="en-GB" dirty="0"/>
              <a:t> style Avatar.</a:t>
            </a:r>
          </a:p>
          <a:p>
            <a:pPr marL="228600" indent="-228600">
              <a:buFont typeface="+mj-lt"/>
              <a:buAutoNum type="arabicPeriod"/>
            </a:pPr>
            <a:r>
              <a:rPr lang="en-GB" dirty="0"/>
              <a:t>To reduce the file size it is worth compressing the graphics you have used. (File/Compress Pictures...). It is best to use a resolution of 150-96 DPI.</a:t>
            </a:r>
          </a:p>
          <a:p>
            <a:pPr marL="228600" indent="-228600">
              <a:buFont typeface="+mj-lt"/>
              <a:buAutoNum type="arabicPeriod"/>
            </a:pPr>
            <a:r>
              <a:rPr lang="en-GB" dirty="0"/>
              <a:t>Once you have created your presentation, remember to remove the Intro and</a:t>
            </a:r>
            <a:br>
              <a:rPr lang="en-GB" dirty="0"/>
            </a:br>
            <a:r>
              <a:rPr lang="en-GB" dirty="0"/>
              <a:t>Best Practices sections.</a:t>
            </a:r>
          </a:p>
          <a:p>
            <a:pPr marL="342900" indent="-342900">
              <a:buFont typeface="+mj-lt"/>
              <a:buAutoNum type="arabicPeriod"/>
            </a:pPr>
            <a:endParaRPr lang="en-GB" dirty="0"/>
          </a:p>
          <a:p>
            <a:r>
              <a:rPr lang="en-GB" sz="1800" b="1" dirty="0"/>
              <a:t>Add a New Slide</a:t>
            </a:r>
          </a:p>
          <a:p>
            <a:pPr marL="228600" indent="-228600">
              <a:buFont typeface="+mj-lt"/>
              <a:buAutoNum type="arabicPeriod"/>
            </a:pPr>
            <a:r>
              <a:rPr lang="en-GB" dirty="0"/>
              <a:t>Go to the tab ‘Insert’ and click on the button ‘new slide’ to add a new template layout to the presentation.</a:t>
            </a:r>
          </a:p>
          <a:p>
            <a:pPr marL="228600" indent="-228600">
              <a:buFont typeface="+mj-lt"/>
              <a:buAutoNum type="arabicPeriod"/>
            </a:pPr>
            <a:r>
              <a:rPr lang="en-GB" dirty="0"/>
              <a:t>Attention: It’s not possible to paste a slide from another presentation. Text and other objects can be copied one-by-one from the original slide to the new slide.</a:t>
            </a:r>
          </a:p>
          <a:p>
            <a:pPr marL="228600" indent="-228600">
              <a:buFont typeface="+mj-lt"/>
              <a:buAutoNum type="arabicPeriod"/>
            </a:pPr>
            <a:r>
              <a:rPr lang="en-GB" dirty="0"/>
              <a:t>Click with the right mouse button on the thumbnail display of the slide, on the left side of the screen. Then click on ‘reset slide’ to reset the layout.</a:t>
            </a:r>
          </a:p>
          <a:p>
            <a:pPr marL="228600" indent="-228600">
              <a:buFont typeface="+mj-lt"/>
              <a:buAutoNum type="arabicPeriod"/>
            </a:pPr>
            <a:endParaRPr lang="en-GB" dirty="0"/>
          </a:p>
          <a:p>
            <a:endParaRPr lang="en-GB" dirty="0">
              <a:solidFill>
                <a:schemeClr val="bg1"/>
              </a:solidFill>
            </a:endParaRPr>
          </a:p>
          <a:p>
            <a:endParaRPr lang="en-GB" sz="1800" b="1" dirty="0"/>
          </a:p>
          <a:p>
            <a:pPr marL="342900" indent="-342900">
              <a:buFont typeface="+mj-lt"/>
              <a:buAutoNum type="arabicPeriod"/>
            </a:pPr>
            <a:endParaRPr lang="en-GB" dirty="0"/>
          </a:p>
        </p:txBody>
      </p:sp>
      <p:sp>
        <p:nvSpPr>
          <p:cNvPr id="6" name="Text Placeholder 5">
            <a:extLst>
              <a:ext uri="{FF2B5EF4-FFF2-40B4-BE49-F238E27FC236}">
                <a16:creationId xmlns:a16="http://schemas.microsoft.com/office/drawing/2014/main" id="{AAE0A2A7-A1B2-A5D0-491B-2539E185CD3D}"/>
              </a:ext>
            </a:extLst>
          </p:cNvPr>
          <p:cNvSpPr>
            <a:spLocks noGrp="1"/>
          </p:cNvSpPr>
          <p:nvPr>
            <p:ph type="body" sz="quarter" idx="11"/>
          </p:nvPr>
        </p:nvSpPr>
        <p:spPr>
          <a:xfrm>
            <a:off x="554071" y="1246181"/>
            <a:ext cx="5545138" cy="444507"/>
          </a:xfrm>
        </p:spPr>
        <p:txBody>
          <a:bodyPr/>
          <a:lstStyle/>
          <a:p>
            <a:r>
              <a:rPr lang="en-GB" b="0" dirty="0"/>
              <a:t>Template updated on December 2023</a:t>
            </a:r>
          </a:p>
        </p:txBody>
      </p:sp>
      <p:sp>
        <p:nvSpPr>
          <p:cNvPr id="16" name="Freeform 15">
            <a:extLst>
              <a:ext uri="{FF2B5EF4-FFF2-40B4-BE49-F238E27FC236}">
                <a16:creationId xmlns:a16="http://schemas.microsoft.com/office/drawing/2014/main" id="{98BEDE08-E90B-5CE8-2596-513524DC7C47}"/>
              </a:ext>
            </a:extLst>
          </p:cNvPr>
          <p:cNvSpPr/>
          <p:nvPr/>
        </p:nvSpPr>
        <p:spPr>
          <a:xfrm>
            <a:off x="7574694" y="0"/>
            <a:ext cx="4617306" cy="6858000"/>
          </a:xfrm>
          <a:custGeom>
            <a:avLst/>
            <a:gdLst>
              <a:gd name="connsiteX0" fmla="*/ 719981 w 4617306"/>
              <a:gd name="connsiteY0" fmla="*/ 0 h 6858000"/>
              <a:gd name="connsiteX1" fmla="*/ 4617306 w 4617306"/>
              <a:gd name="connsiteY1" fmla="*/ 0 h 6858000"/>
              <a:gd name="connsiteX2" fmla="*/ 4617306 w 4617306"/>
              <a:gd name="connsiteY2" fmla="*/ 6858000 h 6858000"/>
              <a:gd name="connsiteX3" fmla="*/ 251282 w 4617306"/>
              <a:gd name="connsiteY3" fmla="*/ 6858000 h 6858000"/>
              <a:gd name="connsiteX4" fmla="*/ 236245 w 4617306"/>
              <a:gd name="connsiteY4" fmla="*/ 6776573 h 6858000"/>
              <a:gd name="connsiteX5" fmla="*/ 55246 w 4617306"/>
              <a:gd name="connsiteY5" fmla="*/ 4176390 h 6858000"/>
              <a:gd name="connsiteX6" fmla="*/ 723846 w 4617306"/>
              <a:gd name="connsiteY6" fmla="*/ 313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17306" h="6858000">
                <a:moveTo>
                  <a:pt x="719981" y="0"/>
                </a:moveTo>
                <a:lnTo>
                  <a:pt x="4617306" y="0"/>
                </a:lnTo>
                <a:lnTo>
                  <a:pt x="4617306" y="6858000"/>
                </a:lnTo>
                <a:lnTo>
                  <a:pt x="251282" y="6858000"/>
                </a:lnTo>
                <a:lnTo>
                  <a:pt x="236245" y="6776573"/>
                </a:lnTo>
                <a:cubicBezTo>
                  <a:pt x="81750" y="5981827"/>
                  <a:pt x="-90781" y="5221592"/>
                  <a:pt x="55246" y="4176390"/>
                </a:cubicBezTo>
                <a:cubicBezTo>
                  <a:pt x="225619" y="2956996"/>
                  <a:pt x="830446" y="1344814"/>
                  <a:pt x="723846" y="31316"/>
                </a:cubicBezTo>
                <a:close/>
              </a:path>
            </a:pathLst>
          </a:custGeom>
          <a:solidFill>
            <a:schemeClr val="accent6">
              <a:alpha val="750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41515392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13CBE8D-5A22-F71D-0364-2E29375774B3}"/>
              </a:ext>
            </a:extLst>
          </p:cNvPr>
          <p:cNvSpPr>
            <a:spLocks noGrp="1"/>
          </p:cNvSpPr>
          <p:nvPr>
            <p:ph type="title"/>
          </p:nvPr>
        </p:nvSpPr>
        <p:spPr/>
        <p:txBody>
          <a:bodyPr/>
          <a:lstStyle/>
          <a:p>
            <a:r>
              <a:rPr lang="en-GB" dirty="0"/>
              <a:t>Best practices</a:t>
            </a:r>
          </a:p>
        </p:txBody>
      </p:sp>
      <p:sp>
        <p:nvSpPr>
          <p:cNvPr id="6" name="Content Placeholder 5">
            <a:extLst>
              <a:ext uri="{FF2B5EF4-FFF2-40B4-BE49-F238E27FC236}">
                <a16:creationId xmlns:a16="http://schemas.microsoft.com/office/drawing/2014/main" id="{8796EC69-D5B4-9F17-EFC8-7DE6F8FB9952}"/>
              </a:ext>
            </a:extLst>
          </p:cNvPr>
          <p:cNvSpPr>
            <a:spLocks noGrp="1"/>
          </p:cNvSpPr>
          <p:nvPr>
            <p:ph idx="1"/>
          </p:nvPr>
        </p:nvSpPr>
        <p:spPr>
          <a:xfrm>
            <a:off x="550862" y="1261628"/>
            <a:ext cx="11090276" cy="429060"/>
          </a:xfrm>
        </p:spPr>
        <p:txBody>
          <a:bodyPr>
            <a:normAutofit/>
          </a:bodyPr>
          <a:lstStyle/>
          <a:p>
            <a:pPr marL="0" indent="0">
              <a:buNone/>
            </a:pPr>
            <a:r>
              <a:rPr lang="en-GB" sz="2000">
                <a:solidFill>
                  <a:schemeClr val="tx2"/>
                </a:solidFill>
              </a:rPr>
              <a:t>Below we provide some tips + links from where you can download presentation material.</a:t>
            </a:r>
          </a:p>
        </p:txBody>
      </p:sp>
      <p:sp>
        <p:nvSpPr>
          <p:cNvPr id="7" name="Content Placeholder 5">
            <a:extLst>
              <a:ext uri="{FF2B5EF4-FFF2-40B4-BE49-F238E27FC236}">
                <a16:creationId xmlns:a16="http://schemas.microsoft.com/office/drawing/2014/main" id="{02F9FB96-9375-ADE4-D498-89FA9AEF7ADE}"/>
              </a:ext>
            </a:extLst>
          </p:cNvPr>
          <p:cNvSpPr txBox="1">
            <a:spLocks/>
          </p:cNvSpPr>
          <p:nvPr/>
        </p:nvSpPr>
        <p:spPr>
          <a:xfrm>
            <a:off x="4437964" y="2413588"/>
            <a:ext cx="2192337" cy="419502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a:solidFill>
                  <a:schemeClr val="tx2"/>
                </a:solidFill>
              </a:rPr>
              <a:t>Fonts</a:t>
            </a:r>
          </a:p>
          <a:p>
            <a:pPr marL="0" indent="0">
              <a:buFont typeface="Arial" panose="020B0604020202020204" pitchFamily="34" charset="0"/>
              <a:buNone/>
            </a:pPr>
            <a:r>
              <a:rPr lang="en-GB" sz="1200"/>
              <a:t>In the presentation you will see that we used the Arial font. This is not a mistake, but a special treatment so that you can edit the presentation both in the browser and in the app.</a:t>
            </a:r>
            <a:endParaRPr lang="en-GB" sz="1200">
              <a:solidFill>
                <a:schemeClr val="tx2"/>
              </a:solidFill>
            </a:endParaRPr>
          </a:p>
          <a:p>
            <a:pPr marL="0" indent="0">
              <a:buFont typeface="Arial" panose="020B0604020202020204" pitchFamily="34" charset="0"/>
              <a:buNone/>
            </a:pPr>
            <a:endParaRPr lang="en-GB" sz="1200">
              <a:solidFill>
                <a:schemeClr val="tx2"/>
              </a:solidFill>
            </a:endParaRPr>
          </a:p>
          <a:p>
            <a:pPr marL="0" indent="0">
              <a:buFont typeface="Arial" panose="020B0604020202020204" pitchFamily="34" charset="0"/>
              <a:buNone/>
            </a:pPr>
            <a:r>
              <a:rPr lang="en-GB">
                <a:solidFill>
                  <a:schemeClr val="tx2"/>
                </a:solidFill>
              </a:rPr>
              <a:t>Avatars</a:t>
            </a:r>
          </a:p>
          <a:p>
            <a:pPr marL="0" indent="0">
              <a:buFont typeface="Arial" panose="020B0604020202020204" pitchFamily="34" charset="0"/>
              <a:buNone/>
            </a:pPr>
            <a:r>
              <a:rPr lang="en-GB" sz="1200"/>
              <a:t>To ensure the consistency of our materials, we have a solution for you to prepare your photo with our </a:t>
            </a:r>
            <a:r>
              <a:rPr lang="en-GB" sz="1200" err="1"/>
              <a:t>Xebia</a:t>
            </a:r>
            <a:r>
              <a:rPr lang="en-GB" sz="1200"/>
              <a:t> background.</a:t>
            </a:r>
          </a:p>
          <a:p>
            <a:pPr marL="0" indent="0">
              <a:buFont typeface="Arial" panose="020B0604020202020204" pitchFamily="34" charset="0"/>
              <a:buNone/>
            </a:pPr>
            <a:r>
              <a:rPr lang="en-GB" sz="1200"/>
              <a:t>Here you will find full instructions on how to prepare such a photo.</a:t>
            </a:r>
          </a:p>
          <a:p>
            <a:pPr marL="0" indent="0">
              <a:buFont typeface="Arial" panose="020B0604020202020204" pitchFamily="34" charset="0"/>
              <a:buNone/>
            </a:pPr>
            <a:r>
              <a:rPr lang="en-GB" sz="1200">
                <a:hlinkClick r:id="rId3"/>
              </a:rPr>
              <a:t>PDF document</a:t>
            </a:r>
            <a:endParaRPr lang="en-GB" sz="1200">
              <a:solidFill>
                <a:schemeClr val="tx2"/>
              </a:solidFill>
            </a:endParaRPr>
          </a:p>
        </p:txBody>
      </p:sp>
      <p:sp>
        <p:nvSpPr>
          <p:cNvPr id="9" name="Content Placeholder 5">
            <a:extLst>
              <a:ext uri="{FF2B5EF4-FFF2-40B4-BE49-F238E27FC236}">
                <a16:creationId xmlns:a16="http://schemas.microsoft.com/office/drawing/2014/main" id="{C25225EE-0BFD-0E45-9698-E456C517A9CA}"/>
              </a:ext>
            </a:extLst>
          </p:cNvPr>
          <p:cNvSpPr txBox="1">
            <a:spLocks/>
          </p:cNvSpPr>
          <p:nvPr/>
        </p:nvSpPr>
        <p:spPr>
          <a:xfrm>
            <a:off x="6941224" y="2423314"/>
            <a:ext cx="2192337" cy="4678943"/>
          </a:xfrm>
          <a:prstGeom prst="rect">
            <a:avLst/>
          </a:prstGeom>
        </p:spPr>
        <p:txBody>
          <a:bodyPr vert="horz" lIns="0" tIns="0" rIns="0" bIns="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a:solidFill>
                  <a:schemeClr val="tx2"/>
                </a:solidFill>
              </a:rPr>
              <a:t>Photos</a:t>
            </a:r>
          </a:p>
          <a:p>
            <a:pPr marL="0" indent="0">
              <a:buNone/>
            </a:pPr>
            <a:r>
              <a:rPr lang="en-GB" sz="1200">
                <a:ea typeface="+mn-lt"/>
                <a:cs typeface="+mn-lt"/>
              </a:rPr>
              <a:t>We have an extensive library of </a:t>
            </a:r>
            <a:r>
              <a:rPr lang="en-GB" sz="1200" err="1">
                <a:ea typeface="+mn-lt"/>
                <a:cs typeface="+mn-lt"/>
              </a:rPr>
              <a:t>Xebia</a:t>
            </a:r>
            <a:r>
              <a:rPr lang="en-GB" sz="1200">
                <a:ea typeface="+mn-lt"/>
                <a:cs typeface="+mn-lt"/>
              </a:rPr>
              <a:t> images. There, you will find photos of takes, people, and graffiti. </a:t>
            </a:r>
            <a:endParaRPr lang="en-GB">
              <a:ea typeface="+mn-lt"/>
              <a:cs typeface="+mn-lt"/>
            </a:endParaRPr>
          </a:p>
          <a:p>
            <a:pPr marL="0" indent="0">
              <a:buFont typeface="Arial" panose="020B0604020202020204" pitchFamily="34" charset="0"/>
              <a:buNone/>
            </a:pPr>
            <a:r>
              <a:rPr lang="en-GB" sz="1200">
                <a:hlinkClick r:id="rId4"/>
              </a:rPr>
              <a:t>Photo folder</a:t>
            </a:r>
            <a:endParaRPr lang="en-GB" sz="1200">
              <a:solidFill>
                <a:schemeClr val="tx2"/>
              </a:solidFill>
            </a:endParaRPr>
          </a:p>
          <a:p>
            <a:pPr marL="0" indent="0">
              <a:buFont typeface="Arial" panose="020B0604020202020204" pitchFamily="34" charset="0"/>
              <a:buNone/>
            </a:pPr>
            <a:endParaRPr lang="en-GB" sz="1200">
              <a:solidFill>
                <a:schemeClr val="tx2"/>
              </a:solidFill>
            </a:endParaRPr>
          </a:p>
          <a:p>
            <a:pPr marL="0" indent="0">
              <a:buFont typeface="Arial" panose="020B0604020202020204" pitchFamily="34" charset="0"/>
              <a:buNone/>
            </a:pPr>
            <a:r>
              <a:rPr lang="en-GB">
                <a:solidFill>
                  <a:schemeClr val="tx2"/>
                </a:solidFill>
              </a:rPr>
              <a:t>Icons</a:t>
            </a:r>
          </a:p>
          <a:p>
            <a:pPr marL="0" indent="0">
              <a:buNone/>
            </a:pPr>
            <a:r>
              <a:rPr lang="en-GB" sz="1200">
                <a:ea typeface="+mn-lt"/>
                <a:cs typeface="+mn-lt"/>
              </a:rPr>
              <a:t>We have created a set of icons that you can include in your presentation. You can change their </a:t>
            </a:r>
            <a:r>
              <a:rPr lang="en-GB" sz="1200" err="1">
                <a:ea typeface="+mn-lt"/>
                <a:cs typeface="+mn-lt"/>
              </a:rPr>
              <a:t>color</a:t>
            </a:r>
            <a:r>
              <a:rPr lang="en-GB" sz="1200">
                <a:ea typeface="+mn-lt"/>
                <a:cs typeface="+mn-lt"/>
              </a:rPr>
              <a:t> as you wish, in the palette dedicated to </a:t>
            </a:r>
            <a:r>
              <a:rPr lang="en-GB" sz="1200" err="1">
                <a:ea typeface="+mn-lt"/>
                <a:cs typeface="+mn-lt"/>
              </a:rPr>
              <a:t>Xebia</a:t>
            </a:r>
            <a:r>
              <a:rPr lang="en-GB" sz="1200">
                <a:ea typeface="+mn-lt"/>
                <a:cs typeface="+mn-lt"/>
              </a:rPr>
              <a:t>, of course :) </a:t>
            </a:r>
            <a:endParaRPr lang="en-GB"/>
          </a:p>
          <a:p>
            <a:pPr marL="0" indent="0">
              <a:buFont typeface="Arial" panose="020B0604020202020204" pitchFamily="34" charset="0"/>
              <a:buNone/>
            </a:pPr>
            <a:r>
              <a:rPr lang="en-GB" sz="1200">
                <a:hlinkClick r:id="rId5"/>
              </a:rPr>
              <a:t>Icons folder</a:t>
            </a:r>
            <a:endParaRPr lang="en-GB" sz="1200">
              <a:solidFill>
                <a:schemeClr val="tx2"/>
              </a:solidFill>
            </a:endParaRPr>
          </a:p>
        </p:txBody>
      </p:sp>
      <p:sp>
        <p:nvSpPr>
          <p:cNvPr id="10" name="Content Placeholder 5">
            <a:extLst>
              <a:ext uri="{FF2B5EF4-FFF2-40B4-BE49-F238E27FC236}">
                <a16:creationId xmlns:a16="http://schemas.microsoft.com/office/drawing/2014/main" id="{B89EB6BA-3FF2-9965-EB5E-6A95BF5E08AE}"/>
              </a:ext>
            </a:extLst>
          </p:cNvPr>
          <p:cNvSpPr txBox="1">
            <a:spLocks/>
          </p:cNvSpPr>
          <p:nvPr/>
        </p:nvSpPr>
        <p:spPr>
          <a:xfrm>
            <a:off x="9451673" y="2413589"/>
            <a:ext cx="2192337" cy="4678943"/>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solidFill>
                  <a:schemeClr val="tx2"/>
                </a:solidFill>
              </a:rPr>
              <a:t>Files that may </a:t>
            </a:r>
            <a:br>
              <a:rPr lang="en-GB" dirty="0">
                <a:solidFill>
                  <a:schemeClr val="tx2"/>
                </a:solidFill>
              </a:rPr>
            </a:br>
            <a:r>
              <a:rPr lang="en-GB" dirty="0">
                <a:solidFill>
                  <a:schemeClr val="tx2"/>
                </a:solidFill>
              </a:rPr>
              <a:t>be useful</a:t>
            </a:r>
          </a:p>
          <a:p>
            <a:pPr marL="0" indent="0">
              <a:buFont typeface="Arial" panose="020B0604020202020204" pitchFamily="34" charset="0"/>
              <a:buNone/>
            </a:pPr>
            <a:r>
              <a:rPr lang="en-GB" sz="1200" dirty="0"/>
              <a:t>Taking care to ensure consistency in terms of graphics, but also in terms of conveying information, we have prepared file packs from which you can copy slides. This way you can be sure that the information you present is correct and up-to-date.</a:t>
            </a:r>
          </a:p>
          <a:p>
            <a:r>
              <a:rPr lang="en-GB" sz="1200" dirty="0">
                <a:hlinkClick r:id="rId6"/>
              </a:rPr>
              <a:t>CV Template - PPT</a:t>
            </a:r>
            <a:endParaRPr lang="en-GB" sz="1200" dirty="0"/>
          </a:p>
        </p:txBody>
      </p:sp>
      <p:sp>
        <p:nvSpPr>
          <p:cNvPr id="11" name="Content Placeholder 5">
            <a:extLst>
              <a:ext uri="{FF2B5EF4-FFF2-40B4-BE49-F238E27FC236}">
                <a16:creationId xmlns:a16="http://schemas.microsoft.com/office/drawing/2014/main" id="{76E8E36A-6267-B746-6F26-472BD5114C3A}"/>
              </a:ext>
            </a:extLst>
          </p:cNvPr>
          <p:cNvSpPr txBox="1">
            <a:spLocks/>
          </p:cNvSpPr>
          <p:nvPr/>
        </p:nvSpPr>
        <p:spPr>
          <a:xfrm>
            <a:off x="557816" y="2413589"/>
            <a:ext cx="3287674" cy="3885410"/>
          </a:xfrm>
          <a:prstGeom prst="rect">
            <a:avLst/>
          </a:prstGeom>
        </p:spPr>
        <p:txBody>
          <a:bodyPr vert="horz" lIns="0" tIns="0" rIns="0" bIns="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solidFill>
                  <a:schemeClr val="tx2"/>
                </a:solidFill>
              </a:rPr>
              <a:t>A few elements to look out for, so that we have more consistency in our material.</a:t>
            </a:r>
          </a:p>
          <a:p>
            <a:r>
              <a:rPr lang="en-GB" sz="1200" b="1" dirty="0"/>
              <a:t>&amp; vs and</a:t>
            </a:r>
            <a:br>
              <a:rPr lang="en-GB" sz="1200" b="1" dirty="0"/>
            </a:br>
            <a:r>
              <a:rPr lang="en-GB" sz="1200" dirty="0"/>
              <a:t>We do not use the &amp; sign in our texts, we write it with the full word ‘and'. For example: not </a:t>
            </a:r>
            <a:r>
              <a:rPr lang="en-GB" sz="1200" dirty="0" err="1"/>
              <a:t>Data&amp;AI</a:t>
            </a:r>
            <a:r>
              <a:rPr lang="en-GB" sz="1200" dirty="0"/>
              <a:t>, but Data </a:t>
            </a:r>
            <a:r>
              <a:rPr lang="en-GB" sz="1200" b="1" dirty="0">
                <a:solidFill>
                  <a:schemeClr val="tx2"/>
                </a:solidFill>
              </a:rPr>
              <a:t>and</a:t>
            </a:r>
            <a:r>
              <a:rPr lang="en-GB" sz="1200" dirty="0"/>
              <a:t> AI.</a:t>
            </a:r>
          </a:p>
          <a:p>
            <a:r>
              <a:rPr lang="en-GB" sz="1200" b="1" dirty="0"/>
              <a:t>Date format</a:t>
            </a:r>
            <a:br>
              <a:rPr lang="en-GB" sz="1200" b="1" dirty="0"/>
            </a:br>
            <a:r>
              <a:rPr lang="en-GB" sz="1200" dirty="0"/>
              <a:t>We write the dates as follows: </a:t>
            </a:r>
            <a:br>
              <a:rPr lang="en-GB" sz="1200" dirty="0"/>
            </a:br>
            <a:r>
              <a:rPr lang="en-GB" sz="1200" b="1" dirty="0">
                <a:solidFill>
                  <a:schemeClr val="tx2"/>
                </a:solidFill>
              </a:rPr>
              <a:t>November 30th, 2023 </a:t>
            </a:r>
            <a:r>
              <a:rPr lang="en-GB" sz="1200" dirty="0"/>
              <a:t>or </a:t>
            </a:r>
            <a:r>
              <a:rPr lang="en-GB" sz="1200" b="1" dirty="0">
                <a:solidFill>
                  <a:schemeClr val="tx2"/>
                </a:solidFill>
              </a:rPr>
              <a:t>Nov 30th, 2023</a:t>
            </a:r>
            <a:endParaRPr lang="en-GB" sz="1200" b="1" dirty="0">
              <a:solidFill>
                <a:schemeClr val="tx2"/>
              </a:solidFill>
              <a:cs typeface="Arial"/>
            </a:endParaRPr>
          </a:p>
          <a:p>
            <a:r>
              <a:rPr lang="en-GB" sz="1200" b="1" dirty="0"/>
              <a:t>Less is more</a:t>
            </a:r>
            <a:br>
              <a:rPr lang="en-GB" sz="1200" b="1" dirty="0"/>
            </a:br>
            <a:r>
              <a:rPr lang="en-GB" sz="1200" dirty="0"/>
              <a:t>Don't put too much text and elements on one slide. It is better to spread the content over two slides, this way the message will be clear and the recipient will better understand what you want to tell them.</a:t>
            </a:r>
          </a:p>
          <a:p>
            <a:endParaRPr lang="en-GB" sz="1200" b="1" dirty="0">
              <a:solidFill>
                <a:schemeClr val="tx2"/>
              </a:solidFill>
            </a:endParaRPr>
          </a:p>
        </p:txBody>
      </p:sp>
    </p:spTree>
    <p:extLst>
      <p:ext uri="{BB962C8B-B14F-4D97-AF65-F5344CB8AC3E}">
        <p14:creationId xmlns:p14="http://schemas.microsoft.com/office/powerpoint/2010/main" val="3660395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3EE53A0-A6C4-E247-A53D-D6443F587EF1}"/>
              </a:ext>
            </a:extLst>
          </p:cNvPr>
          <p:cNvSpPr>
            <a:spLocks noGrp="1"/>
          </p:cNvSpPr>
          <p:nvPr>
            <p:ph idx="1"/>
          </p:nvPr>
        </p:nvSpPr>
        <p:spPr>
          <a:xfrm>
            <a:off x="550862" y="5532699"/>
            <a:ext cx="5545138" cy="766300"/>
          </a:xfrm>
        </p:spPr>
        <p:txBody>
          <a:bodyPr/>
          <a:lstStyle/>
          <a:p>
            <a:endParaRPr lang="en-PL" dirty="0"/>
          </a:p>
        </p:txBody>
      </p:sp>
      <p:sp>
        <p:nvSpPr>
          <p:cNvPr id="3" name="Title 2">
            <a:extLst>
              <a:ext uri="{FF2B5EF4-FFF2-40B4-BE49-F238E27FC236}">
                <a16:creationId xmlns:a16="http://schemas.microsoft.com/office/drawing/2014/main" id="{67261A4C-39DE-1D7D-2D49-1F59C80E745B}"/>
              </a:ext>
            </a:extLst>
          </p:cNvPr>
          <p:cNvSpPr>
            <a:spLocks noGrp="1"/>
          </p:cNvSpPr>
          <p:nvPr>
            <p:ph type="title"/>
          </p:nvPr>
        </p:nvSpPr>
        <p:spPr/>
        <p:txBody>
          <a:bodyPr/>
          <a:lstStyle/>
          <a:p>
            <a:endParaRPr lang="en-PL" dirty="0"/>
          </a:p>
        </p:txBody>
      </p:sp>
      <p:pic>
        <p:nvPicPr>
          <p:cNvPr id="5" name="Picture Placeholder 4" descr="A person typing on a computer keyboard&#10;&#10;Description automatically generated">
            <a:extLst>
              <a:ext uri="{FF2B5EF4-FFF2-40B4-BE49-F238E27FC236}">
                <a16:creationId xmlns:a16="http://schemas.microsoft.com/office/drawing/2014/main" id="{40DDAA53-B95A-3EBD-069F-7EC8B2D60938}"/>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25709317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1283543-D37F-C71F-A71A-FEB79B9024EB}"/>
              </a:ext>
            </a:extLst>
          </p:cNvPr>
          <p:cNvSpPr>
            <a:spLocks noGrp="1"/>
          </p:cNvSpPr>
          <p:nvPr>
            <p:ph idx="1"/>
          </p:nvPr>
        </p:nvSpPr>
        <p:spPr/>
        <p:txBody>
          <a:bodyPr/>
          <a:lstStyle/>
          <a:p>
            <a:endParaRPr lang="en-PL" dirty="0"/>
          </a:p>
        </p:txBody>
      </p:sp>
      <p:sp>
        <p:nvSpPr>
          <p:cNvPr id="3" name="Title 2">
            <a:extLst>
              <a:ext uri="{FF2B5EF4-FFF2-40B4-BE49-F238E27FC236}">
                <a16:creationId xmlns:a16="http://schemas.microsoft.com/office/drawing/2014/main" id="{9AFA34B3-059F-8A8C-8EFC-1CCB301AC853}"/>
              </a:ext>
            </a:extLst>
          </p:cNvPr>
          <p:cNvSpPr>
            <a:spLocks noGrp="1"/>
          </p:cNvSpPr>
          <p:nvPr>
            <p:ph type="title"/>
          </p:nvPr>
        </p:nvSpPr>
        <p:spPr/>
        <p:txBody>
          <a:bodyPr/>
          <a:lstStyle/>
          <a:p>
            <a:endParaRPr lang="en-PL" dirty="0"/>
          </a:p>
        </p:txBody>
      </p:sp>
      <p:pic>
        <p:nvPicPr>
          <p:cNvPr id="6" name="Picture Placeholder 5" descr="A room with a table and shelves&#10;&#10;Description automatically generated">
            <a:extLst>
              <a:ext uri="{FF2B5EF4-FFF2-40B4-BE49-F238E27FC236}">
                <a16:creationId xmlns:a16="http://schemas.microsoft.com/office/drawing/2014/main" id="{C9762E58-8405-C807-E74B-B81F5A38CB2F}"/>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2023880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5DC34696-78B3-C2D2-88B3-5D7E8DE20359}"/>
              </a:ext>
            </a:extLst>
          </p:cNvPr>
          <p:cNvSpPr>
            <a:spLocks noGrp="1"/>
          </p:cNvSpPr>
          <p:nvPr>
            <p:ph idx="1"/>
          </p:nvPr>
        </p:nvSpPr>
        <p:spPr/>
        <p:txBody>
          <a:bodyPr/>
          <a:lstStyle/>
          <a:p>
            <a:r>
              <a:rPr lang="en-GB" dirty="0"/>
              <a:t>Table of contents</a:t>
            </a:r>
            <a:br>
              <a:rPr lang="en-GB" dirty="0"/>
            </a:br>
            <a:r>
              <a:rPr lang="en-GB" sz="1200" b="0" dirty="0">
                <a:solidFill>
                  <a:schemeClr val="tx1"/>
                </a:solidFill>
              </a:rPr>
              <a:t>Description</a:t>
            </a:r>
            <a:endParaRPr lang="en-GB" b="0" dirty="0">
              <a:solidFill>
                <a:schemeClr val="tx1"/>
              </a:solidFill>
            </a:endParaRPr>
          </a:p>
        </p:txBody>
      </p:sp>
      <p:pic>
        <p:nvPicPr>
          <p:cNvPr id="10" name="Picture Placeholder 9" descr="A wall with graffiti on it&#10;&#10;Description automatically generated">
            <a:extLst>
              <a:ext uri="{FF2B5EF4-FFF2-40B4-BE49-F238E27FC236}">
                <a16:creationId xmlns:a16="http://schemas.microsoft.com/office/drawing/2014/main" id="{78A8123D-59FC-D9D0-8896-385F1281513D}"/>
              </a:ext>
            </a:extLst>
          </p:cNvPr>
          <p:cNvPicPr>
            <a:picLocks noGrp="1" noChangeAspect="1"/>
          </p:cNvPicPr>
          <p:nvPr>
            <p:ph type="pic" sz="quarter" idx="11"/>
          </p:nvPr>
        </p:nvPicPr>
        <p:blipFill rotWithShape="1">
          <a:blip r:embed="rId2" cstate="email">
            <a:extLst>
              <a:ext uri="{28A0092B-C50C-407E-A947-70E740481C1C}">
                <a14:useLocalDpi xmlns:a14="http://schemas.microsoft.com/office/drawing/2010/main"/>
              </a:ext>
            </a:extLst>
          </a:blip>
          <a:srcRect/>
          <a:stretch/>
        </p:blipFill>
        <p:spPr>
          <a:xfrm>
            <a:off x="6390007" y="1344770"/>
            <a:ext cx="4643466" cy="4757283"/>
          </a:xfrm>
        </p:spPr>
      </p:pic>
      <p:sp>
        <p:nvSpPr>
          <p:cNvPr id="11" name="Slide Number Placeholder 10">
            <a:extLst>
              <a:ext uri="{FF2B5EF4-FFF2-40B4-BE49-F238E27FC236}">
                <a16:creationId xmlns:a16="http://schemas.microsoft.com/office/drawing/2014/main" id="{0CCE2AF5-A49D-27C6-771C-6FB5D50D9AE3}"/>
              </a:ext>
            </a:extLst>
          </p:cNvPr>
          <p:cNvSpPr>
            <a:spLocks noGrp="1"/>
          </p:cNvSpPr>
          <p:nvPr>
            <p:ph type="sldNum" sz="quarter" idx="10"/>
          </p:nvPr>
        </p:nvSpPr>
        <p:spPr/>
        <p:txBody>
          <a:bodyPr/>
          <a:lstStyle/>
          <a:p>
            <a:fld id="{4EE75B84-B7E0-4C4B-AC9D-894B0C074E7C}" type="slidenum">
              <a:rPr lang="en-PL" smtClean="0"/>
              <a:pPr/>
              <a:t>5</a:t>
            </a:fld>
            <a:endParaRPr lang="en-PL" dirty="0"/>
          </a:p>
        </p:txBody>
      </p:sp>
    </p:spTree>
    <p:extLst>
      <p:ext uri="{BB962C8B-B14F-4D97-AF65-F5344CB8AC3E}">
        <p14:creationId xmlns:p14="http://schemas.microsoft.com/office/powerpoint/2010/main" val="2289398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D214B55-1E9A-7846-48F1-4CB4FE72F4B0}"/>
              </a:ext>
            </a:extLst>
          </p:cNvPr>
          <p:cNvSpPr>
            <a:spLocks noGrp="1"/>
          </p:cNvSpPr>
          <p:nvPr>
            <p:ph idx="1"/>
          </p:nvPr>
        </p:nvSpPr>
        <p:spPr/>
        <p:txBody>
          <a:bodyPr/>
          <a:lstStyle/>
          <a:p>
            <a:r>
              <a:rPr lang="en-GB" dirty="0"/>
              <a:t>Table of contents</a:t>
            </a:r>
            <a:br>
              <a:rPr lang="en-GB" dirty="0"/>
            </a:br>
            <a:r>
              <a:rPr lang="en-GB" sz="1200" b="0" dirty="0">
                <a:solidFill>
                  <a:schemeClr val="tx1"/>
                </a:solidFill>
              </a:rPr>
              <a:t>Description</a:t>
            </a:r>
            <a:endParaRPr lang="en-GB" b="0" dirty="0">
              <a:solidFill>
                <a:schemeClr val="tx1"/>
              </a:solidFill>
            </a:endParaRPr>
          </a:p>
          <a:p>
            <a:endParaRPr lang="en-PL" dirty="0"/>
          </a:p>
        </p:txBody>
      </p:sp>
      <p:sp>
        <p:nvSpPr>
          <p:cNvPr id="5" name="Content Placeholder 4">
            <a:extLst>
              <a:ext uri="{FF2B5EF4-FFF2-40B4-BE49-F238E27FC236}">
                <a16:creationId xmlns:a16="http://schemas.microsoft.com/office/drawing/2014/main" id="{C5A25EB2-5342-B699-6283-81A2966CBE2B}"/>
              </a:ext>
            </a:extLst>
          </p:cNvPr>
          <p:cNvSpPr>
            <a:spLocks noGrp="1"/>
          </p:cNvSpPr>
          <p:nvPr>
            <p:ph idx="11"/>
          </p:nvPr>
        </p:nvSpPr>
        <p:spPr/>
        <p:txBody>
          <a:bodyPr/>
          <a:lstStyle/>
          <a:p>
            <a:r>
              <a:rPr lang="en-GB" dirty="0"/>
              <a:t>Table of contents</a:t>
            </a:r>
            <a:br>
              <a:rPr lang="en-GB" dirty="0"/>
            </a:br>
            <a:r>
              <a:rPr lang="en-GB" sz="1200" b="0" dirty="0">
                <a:solidFill>
                  <a:schemeClr val="tx1"/>
                </a:solidFill>
              </a:rPr>
              <a:t>Description</a:t>
            </a:r>
            <a:endParaRPr lang="en-GB" b="0" dirty="0">
              <a:solidFill>
                <a:schemeClr val="tx1"/>
              </a:solidFill>
            </a:endParaRPr>
          </a:p>
          <a:p>
            <a:endParaRPr lang="en-PL" dirty="0"/>
          </a:p>
        </p:txBody>
      </p:sp>
      <p:sp>
        <p:nvSpPr>
          <p:cNvPr id="6" name="Slide Number Placeholder 5">
            <a:extLst>
              <a:ext uri="{FF2B5EF4-FFF2-40B4-BE49-F238E27FC236}">
                <a16:creationId xmlns:a16="http://schemas.microsoft.com/office/drawing/2014/main" id="{EF1A0F0C-AE53-E91B-AF72-AD8E5908B72A}"/>
              </a:ext>
            </a:extLst>
          </p:cNvPr>
          <p:cNvSpPr>
            <a:spLocks noGrp="1"/>
          </p:cNvSpPr>
          <p:nvPr>
            <p:ph type="sldNum" sz="quarter" idx="10"/>
          </p:nvPr>
        </p:nvSpPr>
        <p:spPr/>
        <p:txBody>
          <a:bodyPr/>
          <a:lstStyle/>
          <a:p>
            <a:fld id="{4EE75B84-B7E0-4C4B-AC9D-894B0C074E7C}" type="slidenum">
              <a:rPr lang="en-PL" smtClean="0"/>
              <a:pPr/>
              <a:t>6</a:t>
            </a:fld>
            <a:endParaRPr lang="en-PL" dirty="0"/>
          </a:p>
        </p:txBody>
      </p:sp>
    </p:spTree>
    <p:extLst>
      <p:ext uri="{BB962C8B-B14F-4D97-AF65-F5344CB8AC3E}">
        <p14:creationId xmlns:p14="http://schemas.microsoft.com/office/powerpoint/2010/main" val="3516200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F940549-A730-FF8A-0159-86F1E65E4CE7}"/>
              </a:ext>
            </a:extLst>
          </p:cNvPr>
          <p:cNvSpPr>
            <a:spLocks noGrp="1"/>
          </p:cNvSpPr>
          <p:nvPr>
            <p:ph type="sldNum" sz="quarter" idx="10"/>
          </p:nvPr>
        </p:nvSpPr>
        <p:spPr/>
        <p:txBody>
          <a:bodyPr/>
          <a:lstStyle/>
          <a:p>
            <a:fld id="{4EE75B84-B7E0-4C4B-AC9D-894B0C074E7C}" type="slidenum">
              <a:rPr lang="en-PL" smtClean="0"/>
              <a:pPr/>
              <a:t>7</a:t>
            </a:fld>
            <a:endParaRPr lang="en-PL" dirty="0"/>
          </a:p>
        </p:txBody>
      </p:sp>
      <p:sp>
        <p:nvSpPr>
          <p:cNvPr id="3" name="Content Placeholder 2">
            <a:extLst>
              <a:ext uri="{FF2B5EF4-FFF2-40B4-BE49-F238E27FC236}">
                <a16:creationId xmlns:a16="http://schemas.microsoft.com/office/drawing/2014/main" id="{9E0FB131-B94C-7AEB-9C3A-BDD37D95A90C}"/>
              </a:ext>
            </a:extLst>
          </p:cNvPr>
          <p:cNvSpPr>
            <a:spLocks noGrp="1"/>
          </p:cNvSpPr>
          <p:nvPr>
            <p:ph idx="1"/>
          </p:nvPr>
        </p:nvSpPr>
        <p:spPr/>
        <p:txBody>
          <a:bodyPr/>
          <a:lstStyle/>
          <a:p>
            <a:endParaRPr lang="en-US"/>
          </a:p>
        </p:txBody>
      </p:sp>
      <p:sp>
        <p:nvSpPr>
          <p:cNvPr id="4" name="Content Placeholder 3">
            <a:extLst>
              <a:ext uri="{FF2B5EF4-FFF2-40B4-BE49-F238E27FC236}">
                <a16:creationId xmlns:a16="http://schemas.microsoft.com/office/drawing/2014/main" id="{5FF077EB-BF25-67EC-E36E-8D7EA006EFED}"/>
              </a:ext>
            </a:extLst>
          </p:cNvPr>
          <p:cNvSpPr>
            <a:spLocks noGrp="1"/>
          </p:cNvSpPr>
          <p:nvPr>
            <p:ph idx="11"/>
          </p:nvPr>
        </p:nvSpPr>
        <p:spPr/>
        <p:txBody>
          <a:bodyPr/>
          <a:lstStyle/>
          <a:p>
            <a:endParaRPr lang="en-US"/>
          </a:p>
        </p:txBody>
      </p:sp>
    </p:spTree>
    <p:extLst>
      <p:ext uri="{BB962C8B-B14F-4D97-AF65-F5344CB8AC3E}">
        <p14:creationId xmlns:p14="http://schemas.microsoft.com/office/powerpoint/2010/main" val="15324629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36F36F85-340A-F9FF-42D6-41600606CAFA}"/>
              </a:ext>
            </a:extLst>
          </p:cNvPr>
          <p:cNvSpPr>
            <a:spLocks noGrp="1"/>
          </p:cNvSpPr>
          <p:nvPr>
            <p:ph type="title"/>
          </p:nvPr>
        </p:nvSpPr>
        <p:spPr/>
        <p:txBody>
          <a:bodyPr/>
          <a:lstStyle/>
          <a:p>
            <a:endParaRPr lang="en-PL"/>
          </a:p>
        </p:txBody>
      </p:sp>
      <p:sp>
        <p:nvSpPr>
          <p:cNvPr id="16" name="Content Placeholder 15">
            <a:extLst>
              <a:ext uri="{FF2B5EF4-FFF2-40B4-BE49-F238E27FC236}">
                <a16:creationId xmlns:a16="http://schemas.microsoft.com/office/drawing/2014/main" id="{08C02279-8013-4030-2472-38C1EEB26726}"/>
              </a:ext>
            </a:extLst>
          </p:cNvPr>
          <p:cNvSpPr>
            <a:spLocks noGrp="1"/>
          </p:cNvSpPr>
          <p:nvPr>
            <p:ph idx="1"/>
          </p:nvPr>
        </p:nvSpPr>
        <p:spPr/>
        <p:txBody>
          <a:bodyPr/>
          <a:lstStyle/>
          <a:p>
            <a:r>
              <a:rPr lang="en-PL" dirty="0"/>
              <a:t>Name and Surname</a:t>
            </a:r>
            <a:br>
              <a:rPr lang="en-PL" dirty="0"/>
            </a:br>
            <a:r>
              <a:rPr lang="en-PL" sz="1200" b="0" dirty="0">
                <a:solidFill>
                  <a:schemeClr val="accent3"/>
                </a:solidFill>
              </a:rPr>
              <a:t>Position</a:t>
            </a:r>
            <a:endParaRPr lang="en-PL" b="0" dirty="0">
              <a:solidFill>
                <a:schemeClr val="accent3"/>
              </a:solidFill>
            </a:endParaRPr>
          </a:p>
        </p:txBody>
      </p:sp>
      <p:sp>
        <p:nvSpPr>
          <p:cNvPr id="17" name="Text Placeholder 16">
            <a:extLst>
              <a:ext uri="{FF2B5EF4-FFF2-40B4-BE49-F238E27FC236}">
                <a16:creationId xmlns:a16="http://schemas.microsoft.com/office/drawing/2014/main" id="{A660826F-7240-3ACE-3D92-CEED0B80DC16}"/>
              </a:ext>
            </a:extLst>
          </p:cNvPr>
          <p:cNvSpPr>
            <a:spLocks noGrp="1"/>
          </p:cNvSpPr>
          <p:nvPr>
            <p:ph type="body" sz="quarter" idx="11"/>
          </p:nvPr>
        </p:nvSpPr>
        <p:spPr/>
        <p:txBody>
          <a:bodyPr/>
          <a:lstStyle/>
          <a:p>
            <a:endParaRPr lang="en-PL" dirty="0"/>
          </a:p>
        </p:txBody>
      </p:sp>
      <p:pic>
        <p:nvPicPr>
          <p:cNvPr id="20" name="Picture Placeholder 19" descr="A blurry image of a colorful object&#10;&#10;Description automatically generated">
            <a:extLst>
              <a:ext uri="{FF2B5EF4-FFF2-40B4-BE49-F238E27FC236}">
                <a16:creationId xmlns:a16="http://schemas.microsoft.com/office/drawing/2014/main" id="{A3AD9E79-4DCB-229E-8F5A-37705A11D39E}"/>
              </a:ext>
            </a:extLst>
          </p:cNvPr>
          <p:cNvPicPr>
            <a:picLocks noGrp="1" noChangeAspect="1"/>
          </p:cNvPicPr>
          <p:nvPr>
            <p:ph type="pic" sz="quarter" idx="12"/>
          </p:nvPr>
        </p:nvPicPr>
        <p:blipFill>
          <a:blip r:embed="rId2" cstate="email">
            <a:extLst>
              <a:ext uri="{28A0092B-C50C-407E-A947-70E740481C1C}">
                <a14:useLocalDpi xmlns:a14="http://schemas.microsoft.com/office/drawing/2010/main"/>
              </a:ext>
            </a:extLst>
          </a:blip>
          <a:srcRect/>
          <a:stretch>
            <a:fillRect/>
          </a:stretch>
        </p:blipFill>
        <p:spPr/>
      </p:pic>
      <p:sp>
        <p:nvSpPr>
          <p:cNvPr id="21" name="Slide Number Placeholder 20">
            <a:extLst>
              <a:ext uri="{FF2B5EF4-FFF2-40B4-BE49-F238E27FC236}">
                <a16:creationId xmlns:a16="http://schemas.microsoft.com/office/drawing/2014/main" id="{35A9CD8C-8D7F-8008-C245-DDA704D4B574}"/>
              </a:ext>
            </a:extLst>
          </p:cNvPr>
          <p:cNvSpPr>
            <a:spLocks noGrp="1"/>
          </p:cNvSpPr>
          <p:nvPr>
            <p:ph type="sldNum" sz="quarter" idx="10"/>
          </p:nvPr>
        </p:nvSpPr>
        <p:spPr/>
        <p:txBody>
          <a:bodyPr/>
          <a:lstStyle/>
          <a:p>
            <a:fld id="{4EE75B84-B7E0-4C4B-AC9D-894B0C074E7C}" type="slidenum">
              <a:rPr lang="en-PL" smtClean="0"/>
              <a:pPr/>
              <a:t>8</a:t>
            </a:fld>
            <a:endParaRPr lang="en-PL" dirty="0"/>
          </a:p>
        </p:txBody>
      </p:sp>
    </p:spTree>
    <p:extLst>
      <p:ext uri="{BB962C8B-B14F-4D97-AF65-F5344CB8AC3E}">
        <p14:creationId xmlns:p14="http://schemas.microsoft.com/office/powerpoint/2010/main" val="8888249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3C2F021-EDF6-E97D-6B9A-A8B7648520BB}"/>
              </a:ext>
            </a:extLst>
          </p:cNvPr>
          <p:cNvSpPr>
            <a:spLocks noGrp="1"/>
          </p:cNvSpPr>
          <p:nvPr>
            <p:ph type="title"/>
          </p:nvPr>
        </p:nvSpPr>
        <p:spPr/>
        <p:txBody>
          <a:bodyPr/>
          <a:lstStyle/>
          <a:p>
            <a:endParaRPr lang="en-PL"/>
          </a:p>
        </p:txBody>
      </p:sp>
      <p:sp>
        <p:nvSpPr>
          <p:cNvPr id="7" name="Content Placeholder 6">
            <a:extLst>
              <a:ext uri="{FF2B5EF4-FFF2-40B4-BE49-F238E27FC236}">
                <a16:creationId xmlns:a16="http://schemas.microsoft.com/office/drawing/2014/main" id="{FE3F0D41-8D0E-3D8E-55F3-461BDE6C4331}"/>
              </a:ext>
            </a:extLst>
          </p:cNvPr>
          <p:cNvSpPr>
            <a:spLocks noGrp="1"/>
          </p:cNvSpPr>
          <p:nvPr>
            <p:ph idx="1"/>
          </p:nvPr>
        </p:nvSpPr>
        <p:spPr/>
        <p:txBody>
          <a:bodyPr/>
          <a:lstStyle/>
          <a:p>
            <a:r>
              <a:rPr lang="en-PL" dirty="0"/>
              <a:t>Name and Surname</a:t>
            </a:r>
            <a:br>
              <a:rPr lang="en-PL" dirty="0"/>
            </a:br>
            <a:r>
              <a:rPr lang="en-PL" sz="1200" b="0" dirty="0">
                <a:solidFill>
                  <a:schemeClr val="accent3"/>
                </a:solidFill>
              </a:rPr>
              <a:t>Position</a:t>
            </a:r>
            <a:endParaRPr lang="en-PL" b="0" dirty="0">
              <a:solidFill>
                <a:schemeClr val="accent3"/>
              </a:solidFill>
            </a:endParaRPr>
          </a:p>
        </p:txBody>
      </p:sp>
      <p:sp>
        <p:nvSpPr>
          <p:cNvPr id="8" name="Text Placeholder 7">
            <a:extLst>
              <a:ext uri="{FF2B5EF4-FFF2-40B4-BE49-F238E27FC236}">
                <a16:creationId xmlns:a16="http://schemas.microsoft.com/office/drawing/2014/main" id="{969E564D-27D4-CCC0-7219-44788E03816D}"/>
              </a:ext>
            </a:extLst>
          </p:cNvPr>
          <p:cNvSpPr>
            <a:spLocks noGrp="1"/>
          </p:cNvSpPr>
          <p:nvPr>
            <p:ph type="body" sz="quarter" idx="11"/>
          </p:nvPr>
        </p:nvSpPr>
        <p:spPr/>
        <p:txBody>
          <a:bodyPr/>
          <a:lstStyle/>
          <a:p>
            <a:endParaRPr lang="en-PL"/>
          </a:p>
        </p:txBody>
      </p:sp>
      <p:pic>
        <p:nvPicPr>
          <p:cNvPr id="14" name="Picture Placeholder 13" descr="A blurry image of graffiti&#10;&#10;Description automatically generated">
            <a:extLst>
              <a:ext uri="{FF2B5EF4-FFF2-40B4-BE49-F238E27FC236}">
                <a16:creationId xmlns:a16="http://schemas.microsoft.com/office/drawing/2014/main" id="{1D73787C-9E29-5216-6979-8799A024B179}"/>
              </a:ext>
            </a:extLst>
          </p:cNvPr>
          <p:cNvPicPr>
            <a:picLocks noGrp="1" noChangeAspect="1"/>
          </p:cNvPicPr>
          <p:nvPr>
            <p:ph type="pic" sz="quarter" idx="12"/>
          </p:nvPr>
        </p:nvPicPr>
        <p:blipFill>
          <a:blip r:embed="rId2" cstate="email">
            <a:extLst>
              <a:ext uri="{28A0092B-C50C-407E-A947-70E740481C1C}">
                <a14:useLocalDpi xmlns:a14="http://schemas.microsoft.com/office/drawing/2010/main"/>
              </a:ext>
            </a:extLst>
          </a:blip>
          <a:srcRect/>
          <a:stretch>
            <a:fillRect/>
          </a:stretch>
        </p:blipFill>
        <p:spPr/>
      </p:pic>
      <p:sp>
        <p:nvSpPr>
          <p:cNvPr id="10" name="Content Placeholder 9">
            <a:extLst>
              <a:ext uri="{FF2B5EF4-FFF2-40B4-BE49-F238E27FC236}">
                <a16:creationId xmlns:a16="http://schemas.microsoft.com/office/drawing/2014/main" id="{A9EACD42-8D41-BCAD-A1C5-33BFF345DE9F}"/>
              </a:ext>
            </a:extLst>
          </p:cNvPr>
          <p:cNvSpPr>
            <a:spLocks noGrp="1"/>
          </p:cNvSpPr>
          <p:nvPr>
            <p:ph idx="13"/>
          </p:nvPr>
        </p:nvSpPr>
        <p:spPr/>
        <p:txBody>
          <a:bodyPr/>
          <a:lstStyle/>
          <a:p>
            <a:r>
              <a:rPr lang="en-PL" dirty="0"/>
              <a:t>Name and Surname</a:t>
            </a:r>
            <a:br>
              <a:rPr lang="en-PL" dirty="0"/>
            </a:br>
            <a:r>
              <a:rPr lang="en-PL" sz="1200" b="0" dirty="0">
                <a:solidFill>
                  <a:schemeClr val="accent3"/>
                </a:solidFill>
              </a:rPr>
              <a:t>Position</a:t>
            </a:r>
            <a:endParaRPr lang="en-PL" b="0" dirty="0">
              <a:solidFill>
                <a:schemeClr val="accent3"/>
              </a:solidFill>
            </a:endParaRPr>
          </a:p>
        </p:txBody>
      </p:sp>
      <p:sp>
        <p:nvSpPr>
          <p:cNvPr id="11" name="Text Placeholder 10">
            <a:extLst>
              <a:ext uri="{FF2B5EF4-FFF2-40B4-BE49-F238E27FC236}">
                <a16:creationId xmlns:a16="http://schemas.microsoft.com/office/drawing/2014/main" id="{505FD10B-92E1-5F68-7080-692FE38C3CA6}"/>
              </a:ext>
            </a:extLst>
          </p:cNvPr>
          <p:cNvSpPr>
            <a:spLocks noGrp="1"/>
          </p:cNvSpPr>
          <p:nvPr>
            <p:ph type="body" sz="quarter" idx="14"/>
          </p:nvPr>
        </p:nvSpPr>
        <p:spPr/>
        <p:txBody>
          <a:bodyPr/>
          <a:lstStyle/>
          <a:p>
            <a:endParaRPr lang="en-PL"/>
          </a:p>
        </p:txBody>
      </p:sp>
      <p:pic>
        <p:nvPicPr>
          <p:cNvPr id="16" name="Picture Placeholder 15" descr="A blurry image of a colorful object&#10;&#10;Description automatically generated">
            <a:extLst>
              <a:ext uri="{FF2B5EF4-FFF2-40B4-BE49-F238E27FC236}">
                <a16:creationId xmlns:a16="http://schemas.microsoft.com/office/drawing/2014/main" id="{574C22B7-7120-BBFF-55B3-8D7E9F19EDEA}"/>
              </a:ext>
            </a:extLst>
          </p:cNvPr>
          <p:cNvPicPr>
            <a:picLocks noGrp="1" noChangeAspect="1"/>
          </p:cNvPicPr>
          <p:nvPr>
            <p:ph type="pic" sz="quarter" idx="15"/>
          </p:nvPr>
        </p:nvPicPr>
        <p:blipFill>
          <a:blip r:embed="rId3" cstate="email">
            <a:extLst>
              <a:ext uri="{28A0092B-C50C-407E-A947-70E740481C1C}">
                <a14:useLocalDpi xmlns:a14="http://schemas.microsoft.com/office/drawing/2010/main"/>
              </a:ext>
            </a:extLst>
          </a:blip>
          <a:srcRect/>
          <a:stretch>
            <a:fillRect/>
          </a:stretch>
        </p:blipFill>
        <p:spPr/>
      </p:pic>
      <p:sp>
        <p:nvSpPr>
          <p:cNvPr id="17" name="Slide Number Placeholder 16">
            <a:extLst>
              <a:ext uri="{FF2B5EF4-FFF2-40B4-BE49-F238E27FC236}">
                <a16:creationId xmlns:a16="http://schemas.microsoft.com/office/drawing/2014/main" id="{A3FBB8C5-88F0-B0CB-C223-EC3B8C60FB23}"/>
              </a:ext>
            </a:extLst>
          </p:cNvPr>
          <p:cNvSpPr>
            <a:spLocks noGrp="1"/>
          </p:cNvSpPr>
          <p:nvPr>
            <p:ph type="sldNum" sz="quarter" idx="10"/>
          </p:nvPr>
        </p:nvSpPr>
        <p:spPr/>
        <p:txBody>
          <a:bodyPr/>
          <a:lstStyle/>
          <a:p>
            <a:fld id="{4EE75B84-B7E0-4C4B-AC9D-894B0C074E7C}" type="slidenum">
              <a:rPr lang="en-PL" smtClean="0"/>
              <a:pPr/>
              <a:t>9</a:t>
            </a:fld>
            <a:endParaRPr lang="en-PL" dirty="0"/>
          </a:p>
        </p:txBody>
      </p:sp>
    </p:spTree>
    <p:extLst>
      <p:ext uri="{BB962C8B-B14F-4D97-AF65-F5344CB8AC3E}">
        <p14:creationId xmlns:p14="http://schemas.microsoft.com/office/powerpoint/2010/main" val="40265958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6C7CFDD-8C43-6BF7-C5F5-5062806730CA}"/>
              </a:ext>
            </a:extLst>
          </p:cNvPr>
          <p:cNvSpPr>
            <a:spLocks noGrp="1"/>
          </p:cNvSpPr>
          <p:nvPr>
            <p:ph type="title"/>
          </p:nvPr>
        </p:nvSpPr>
        <p:spPr/>
        <p:txBody>
          <a:bodyPr/>
          <a:lstStyle/>
          <a:p>
            <a:endParaRPr lang="en-PL"/>
          </a:p>
        </p:txBody>
      </p:sp>
      <p:sp>
        <p:nvSpPr>
          <p:cNvPr id="10" name="Content Placeholder 9">
            <a:extLst>
              <a:ext uri="{FF2B5EF4-FFF2-40B4-BE49-F238E27FC236}">
                <a16:creationId xmlns:a16="http://schemas.microsoft.com/office/drawing/2014/main" id="{4563D2CF-22FC-DE60-06E1-2F0A85D1C126}"/>
              </a:ext>
            </a:extLst>
          </p:cNvPr>
          <p:cNvSpPr>
            <a:spLocks noGrp="1"/>
          </p:cNvSpPr>
          <p:nvPr>
            <p:ph idx="1"/>
          </p:nvPr>
        </p:nvSpPr>
        <p:spPr/>
        <p:txBody>
          <a:bodyPr/>
          <a:lstStyle/>
          <a:p>
            <a:endParaRPr lang="en-PL" dirty="0"/>
          </a:p>
        </p:txBody>
      </p:sp>
      <p:sp>
        <p:nvSpPr>
          <p:cNvPr id="11" name="Slide Number Placeholder 10">
            <a:extLst>
              <a:ext uri="{FF2B5EF4-FFF2-40B4-BE49-F238E27FC236}">
                <a16:creationId xmlns:a16="http://schemas.microsoft.com/office/drawing/2014/main" id="{E1BC05F6-E3BC-699A-D587-5CD123F3CE2D}"/>
              </a:ext>
            </a:extLst>
          </p:cNvPr>
          <p:cNvSpPr>
            <a:spLocks noGrp="1"/>
          </p:cNvSpPr>
          <p:nvPr>
            <p:ph type="sldNum" sz="quarter" idx="10"/>
          </p:nvPr>
        </p:nvSpPr>
        <p:spPr/>
        <p:txBody>
          <a:bodyPr/>
          <a:lstStyle/>
          <a:p>
            <a:fld id="{4EE75B84-B7E0-4C4B-AC9D-894B0C074E7C}" type="slidenum">
              <a:rPr lang="en-PL" smtClean="0"/>
              <a:pPr/>
              <a:t>10</a:t>
            </a:fld>
            <a:endParaRPr lang="en-PL" dirty="0"/>
          </a:p>
        </p:txBody>
      </p:sp>
    </p:spTree>
    <p:extLst>
      <p:ext uri="{BB962C8B-B14F-4D97-AF65-F5344CB8AC3E}">
        <p14:creationId xmlns:p14="http://schemas.microsoft.com/office/powerpoint/2010/main" val="12400987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E30BC-E78E-C3F7-F964-91ADAE152849}"/>
              </a:ext>
            </a:extLst>
          </p:cNvPr>
          <p:cNvSpPr>
            <a:spLocks noGrp="1"/>
          </p:cNvSpPr>
          <p:nvPr>
            <p:ph type="title"/>
          </p:nvPr>
        </p:nvSpPr>
        <p:spPr/>
        <p:txBody>
          <a:bodyPr/>
          <a:lstStyle/>
          <a:p>
            <a:endParaRPr lang="en-GB"/>
          </a:p>
        </p:txBody>
      </p:sp>
      <p:sp>
        <p:nvSpPr>
          <p:cNvPr id="3" name="Slide Number Placeholder 2">
            <a:extLst>
              <a:ext uri="{FF2B5EF4-FFF2-40B4-BE49-F238E27FC236}">
                <a16:creationId xmlns:a16="http://schemas.microsoft.com/office/drawing/2014/main" id="{A213C62C-F75D-BFA5-CBDD-4A5737D72ABE}"/>
              </a:ext>
            </a:extLst>
          </p:cNvPr>
          <p:cNvSpPr>
            <a:spLocks noGrp="1"/>
          </p:cNvSpPr>
          <p:nvPr>
            <p:ph type="sldNum" sz="quarter" idx="10"/>
          </p:nvPr>
        </p:nvSpPr>
        <p:spPr/>
        <p:txBody>
          <a:bodyPr/>
          <a:lstStyle/>
          <a:p>
            <a:fld id="{4EE75B84-B7E0-4C4B-AC9D-894B0C074E7C}" type="slidenum">
              <a:rPr lang="en-PL" smtClean="0"/>
              <a:pPr/>
              <a:t>11</a:t>
            </a:fld>
            <a:endParaRPr lang="en-PL" dirty="0"/>
          </a:p>
        </p:txBody>
      </p:sp>
      <p:sp>
        <p:nvSpPr>
          <p:cNvPr id="4" name="Content Placeholder 3">
            <a:extLst>
              <a:ext uri="{FF2B5EF4-FFF2-40B4-BE49-F238E27FC236}">
                <a16:creationId xmlns:a16="http://schemas.microsoft.com/office/drawing/2014/main" id="{51C087D1-B887-4FEB-EDBF-94EA049A62D1}"/>
              </a:ext>
            </a:extLst>
          </p:cNvPr>
          <p:cNvSpPr>
            <a:spLocks noGrp="1"/>
          </p:cNvSpPr>
          <p:nvPr>
            <p:ph idx="1"/>
          </p:nvPr>
        </p:nvSpPr>
        <p:spPr/>
        <p:txBody>
          <a:bodyPr/>
          <a:lstStyle/>
          <a:p>
            <a:endParaRPr lang="en-GB"/>
          </a:p>
        </p:txBody>
      </p:sp>
      <p:sp>
        <p:nvSpPr>
          <p:cNvPr id="5" name="Text Placeholder 4">
            <a:extLst>
              <a:ext uri="{FF2B5EF4-FFF2-40B4-BE49-F238E27FC236}">
                <a16:creationId xmlns:a16="http://schemas.microsoft.com/office/drawing/2014/main" id="{A91C55E7-62C0-FFDD-4803-2DF5C5F45FEC}"/>
              </a:ext>
            </a:extLst>
          </p:cNvPr>
          <p:cNvSpPr>
            <a:spLocks noGrp="1"/>
          </p:cNvSpPr>
          <p:nvPr>
            <p:ph type="body" sz="quarter" idx="11"/>
          </p:nvPr>
        </p:nvSpPr>
        <p:spPr/>
        <p:txBody>
          <a:bodyPr/>
          <a:lstStyle/>
          <a:p>
            <a:endParaRPr lang="en-GB"/>
          </a:p>
        </p:txBody>
      </p:sp>
      <p:sp>
        <p:nvSpPr>
          <p:cNvPr id="6" name="Content Placeholder 5">
            <a:extLst>
              <a:ext uri="{FF2B5EF4-FFF2-40B4-BE49-F238E27FC236}">
                <a16:creationId xmlns:a16="http://schemas.microsoft.com/office/drawing/2014/main" id="{10798DD6-BA62-4AEC-2A1D-99FA744A0251}"/>
              </a:ext>
            </a:extLst>
          </p:cNvPr>
          <p:cNvSpPr>
            <a:spLocks noGrp="1"/>
          </p:cNvSpPr>
          <p:nvPr>
            <p:ph idx="12"/>
          </p:nvPr>
        </p:nvSpPr>
        <p:spPr/>
        <p:txBody>
          <a:bodyPr/>
          <a:lstStyle/>
          <a:p>
            <a:endParaRPr lang="en-GB"/>
          </a:p>
        </p:txBody>
      </p:sp>
      <p:sp>
        <p:nvSpPr>
          <p:cNvPr id="7" name="Text Placeholder 6">
            <a:extLst>
              <a:ext uri="{FF2B5EF4-FFF2-40B4-BE49-F238E27FC236}">
                <a16:creationId xmlns:a16="http://schemas.microsoft.com/office/drawing/2014/main" id="{1741781E-5BED-6B35-A81A-F56D4E95ECB8}"/>
              </a:ext>
            </a:extLst>
          </p:cNvPr>
          <p:cNvSpPr>
            <a:spLocks noGrp="1"/>
          </p:cNvSpPr>
          <p:nvPr>
            <p:ph type="body" sz="quarter" idx="13"/>
          </p:nvPr>
        </p:nvSpPr>
        <p:spPr/>
        <p:txBody>
          <a:bodyPr/>
          <a:lstStyle/>
          <a:p>
            <a:endParaRPr lang="en-GB"/>
          </a:p>
        </p:txBody>
      </p:sp>
      <p:sp>
        <p:nvSpPr>
          <p:cNvPr id="8" name="Content Placeholder 7">
            <a:extLst>
              <a:ext uri="{FF2B5EF4-FFF2-40B4-BE49-F238E27FC236}">
                <a16:creationId xmlns:a16="http://schemas.microsoft.com/office/drawing/2014/main" id="{C49A452B-73AB-14E7-48DA-D54836643551}"/>
              </a:ext>
            </a:extLst>
          </p:cNvPr>
          <p:cNvSpPr>
            <a:spLocks noGrp="1"/>
          </p:cNvSpPr>
          <p:nvPr>
            <p:ph idx="14"/>
          </p:nvPr>
        </p:nvSpPr>
        <p:spPr/>
        <p:txBody>
          <a:bodyPr/>
          <a:lstStyle/>
          <a:p>
            <a:endParaRPr lang="en-GB"/>
          </a:p>
        </p:txBody>
      </p:sp>
      <p:sp>
        <p:nvSpPr>
          <p:cNvPr id="9" name="Text Placeholder 8">
            <a:extLst>
              <a:ext uri="{FF2B5EF4-FFF2-40B4-BE49-F238E27FC236}">
                <a16:creationId xmlns:a16="http://schemas.microsoft.com/office/drawing/2014/main" id="{97E236EC-CD05-CC17-DB6B-55CAF4EDA124}"/>
              </a:ext>
            </a:extLst>
          </p:cNvPr>
          <p:cNvSpPr>
            <a:spLocks noGrp="1"/>
          </p:cNvSpPr>
          <p:nvPr>
            <p:ph type="body" sz="quarter" idx="15"/>
          </p:nvPr>
        </p:nvSpPr>
        <p:spPr/>
        <p:txBody>
          <a:bodyPr/>
          <a:lstStyle/>
          <a:p>
            <a:endParaRPr lang="en-GB"/>
          </a:p>
        </p:txBody>
      </p:sp>
      <p:sp>
        <p:nvSpPr>
          <p:cNvPr id="10" name="Picture Placeholder 9">
            <a:extLst>
              <a:ext uri="{FF2B5EF4-FFF2-40B4-BE49-F238E27FC236}">
                <a16:creationId xmlns:a16="http://schemas.microsoft.com/office/drawing/2014/main" id="{2FECBD17-9DEF-B568-84DD-EE0C0D1E9375}"/>
              </a:ext>
            </a:extLst>
          </p:cNvPr>
          <p:cNvSpPr>
            <a:spLocks noGrp="1"/>
          </p:cNvSpPr>
          <p:nvPr>
            <p:ph type="pic" sz="quarter" idx="16"/>
          </p:nvPr>
        </p:nvSpPr>
        <p:spPr/>
        <p:txBody>
          <a:bodyPr/>
          <a:lstStyle/>
          <a:p>
            <a:endParaRPr lang="en-GB"/>
          </a:p>
        </p:txBody>
      </p:sp>
      <p:sp>
        <p:nvSpPr>
          <p:cNvPr id="11" name="Picture Placeholder 10">
            <a:extLst>
              <a:ext uri="{FF2B5EF4-FFF2-40B4-BE49-F238E27FC236}">
                <a16:creationId xmlns:a16="http://schemas.microsoft.com/office/drawing/2014/main" id="{583CAC3F-AB46-05C5-CD9C-97211E202C5D}"/>
              </a:ext>
            </a:extLst>
          </p:cNvPr>
          <p:cNvSpPr>
            <a:spLocks noGrp="1"/>
          </p:cNvSpPr>
          <p:nvPr>
            <p:ph type="pic" sz="quarter" idx="17"/>
          </p:nvPr>
        </p:nvSpPr>
        <p:spPr/>
        <p:txBody>
          <a:bodyPr/>
          <a:lstStyle/>
          <a:p>
            <a:endParaRPr lang="en-GB"/>
          </a:p>
        </p:txBody>
      </p:sp>
      <p:sp>
        <p:nvSpPr>
          <p:cNvPr id="12" name="Picture Placeholder 11">
            <a:extLst>
              <a:ext uri="{FF2B5EF4-FFF2-40B4-BE49-F238E27FC236}">
                <a16:creationId xmlns:a16="http://schemas.microsoft.com/office/drawing/2014/main" id="{B5F38595-87AB-796D-49AD-72A2B2E99774}"/>
              </a:ext>
            </a:extLst>
          </p:cNvPr>
          <p:cNvSpPr>
            <a:spLocks noGrp="1"/>
          </p:cNvSpPr>
          <p:nvPr>
            <p:ph type="pic" sz="quarter" idx="18"/>
          </p:nvPr>
        </p:nvSpPr>
        <p:spPr/>
        <p:txBody>
          <a:bodyPr/>
          <a:lstStyle/>
          <a:p>
            <a:endParaRPr lang="en-GB"/>
          </a:p>
        </p:txBody>
      </p:sp>
      <p:sp>
        <p:nvSpPr>
          <p:cNvPr id="13" name="Text Placeholder 12">
            <a:extLst>
              <a:ext uri="{FF2B5EF4-FFF2-40B4-BE49-F238E27FC236}">
                <a16:creationId xmlns:a16="http://schemas.microsoft.com/office/drawing/2014/main" id="{24749898-A00E-E9FA-FCC7-2B33C405E2AA}"/>
              </a:ext>
            </a:extLst>
          </p:cNvPr>
          <p:cNvSpPr>
            <a:spLocks noGrp="1"/>
          </p:cNvSpPr>
          <p:nvPr>
            <p:ph type="body" sz="quarter" idx="19"/>
          </p:nvPr>
        </p:nvSpPr>
        <p:spPr/>
        <p:txBody>
          <a:bodyPr/>
          <a:lstStyle/>
          <a:p>
            <a:endParaRPr lang="en-GB"/>
          </a:p>
        </p:txBody>
      </p:sp>
    </p:spTree>
    <p:extLst>
      <p:ext uri="{BB962C8B-B14F-4D97-AF65-F5344CB8AC3E}">
        <p14:creationId xmlns:p14="http://schemas.microsoft.com/office/powerpoint/2010/main" val="33809127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65571-5A38-C1FA-7A75-0FDB60D57CB7}"/>
              </a:ext>
            </a:extLst>
          </p:cNvPr>
          <p:cNvSpPr>
            <a:spLocks noGrp="1"/>
          </p:cNvSpPr>
          <p:nvPr>
            <p:ph type="title"/>
          </p:nvPr>
        </p:nvSpPr>
        <p:spPr/>
        <p:txBody>
          <a:bodyPr/>
          <a:lstStyle/>
          <a:p>
            <a:endParaRPr lang="en-GB"/>
          </a:p>
        </p:txBody>
      </p:sp>
      <p:sp>
        <p:nvSpPr>
          <p:cNvPr id="3" name="Slide Number Placeholder 2">
            <a:extLst>
              <a:ext uri="{FF2B5EF4-FFF2-40B4-BE49-F238E27FC236}">
                <a16:creationId xmlns:a16="http://schemas.microsoft.com/office/drawing/2014/main" id="{85A53415-00DA-0CF3-67FB-11486A6C5546}"/>
              </a:ext>
            </a:extLst>
          </p:cNvPr>
          <p:cNvSpPr>
            <a:spLocks noGrp="1"/>
          </p:cNvSpPr>
          <p:nvPr>
            <p:ph type="sldNum" sz="quarter" idx="10"/>
          </p:nvPr>
        </p:nvSpPr>
        <p:spPr/>
        <p:txBody>
          <a:bodyPr/>
          <a:lstStyle/>
          <a:p>
            <a:fld id="{4EE75B84-B7E0-4C4B-AC9D-894B0C074E7C}" type="slidenum">
              <a:rPr lang="en-PL" smtClean="0"/>
              <a:pPr/>
              <a:t>12</a:t>
            </a:fld>
            <a:endParaRPr lang="en-PL" dirty="0"/>
          </a:p>
        </p:txBody>
      </p:sp>
      <p:sp>
        <p:nvSpPr>
          <p:cNvPr id="4" name="Content Placeholder 3">
            <a:extLst>
              <a:ext uri="{FF2B5EF4-FFF2-40B4-BE49-F238E27FC236}">
                <a16:creationId xmlns:a16="http://schemas.microsoft.com/office/drawing/2014/main" id="{F55ABB15-1E84-C91B-6783-4696256D9B8F}"/>
              </a:ext>
            </a:extLst>
          </p:cNvPr>
          <p:cNvSpPr>
            <a:spLocks noGrp="1"/>
          </p:cNvSpPr>
          <p:nvPr>
            <p:ph idx="1"/>
          </p:nvPr>
        </p:nvSpPr>
        <p:spPr/>
        <p:txBody>
          <a:bodyPr/>
          <a:lstStyle/>
          <a:p>
            <a:endParaRPr lang="en-GB"/>
          </a:p>
        </p:txBody>
      </p:sp>
      <p:sp>
        <p:nvSpPr>
          <p:cNvPr id="5" name="Text Placeholder 4">
            <a:extLst>
              <a:ext uri="{FF2B5EF4-FFF2-40B4-BE49-F238E27FC236}">
                <a16:creationId xmlns:a16="http://schemas.microsoft.com/office/drawing/2014/main" id="{28CEC6EE-CC3D-B784-8BFD-4C8E31C6BEEC}"/>
              </a:ext>
            </a:extLst>
          </p:cNvPr>
          <p:cNvSpPr>
            <a:spLocks noGrp="1"/>
          </p:cNvSpPr>
          <p:nvPr>
            <p:ph type="body" sz="quarter" idx="11"/>
          </p:nvPr>
        </p:nvSpPr>
        <p:spPr/>
        <p:txBody>
          <a:bodyPr/>
          <a:lstStyle/>
          <a:p>
            <a:endParaRPr lang="en-GB"/>
          </a:p>
        </p:txBody>
      </p:sp>
      <p:sp>
        <p:nvSpPr>
          <p:cNvPr id="6" name="Content Placeholder 5">
            <a:extLst>
              <a:ext uri="{FF2B5EF4-FFF2-40B4-BE49-F238E27FC236}">
                <a16:creationId xmlns:a16="http://schemas.microsoft.com/office/drawing/2014/main" id="{06C91AC6-7ECA-3AD1-433F-80FF372FD2B9}"/>
              </a:ext>
            </a:extLst>
          </p:cNvPr>
          <p:cNvSpPr>
            <a:spLocks noGrp="1"/>
          </p:cNvSpPr>
          <p:nvPr>
            <p:ph idx="13"/>
          </p:nvPr>
        </p:nvSpPr>
        <p:spPr/>
        <p:txBody>
          <a:bodyPr/>
          <a:lstStyle/>
          <a:p>
            <a:endParaRPr lang="en-GB"/>
          </a:p>
        </p:txBody>
      </p:sp>
      <p:sp>
        <p:nvSpPr>
          <p:cNvPr id="7" name="Text Placeholder 6">
            <a:extLst>
              <a:ext uri="{FF2B5EF4-FFF2-40B4-BE49-F238E27FC236}">
                <a16:creationId xmlns:a16="http://schemas.microsoft.com/office/drawing/2014/main" id="{CF77B70F-E892-B6B0-6D79-C0B000EA035B}"/>
              </a:ext>
            </a:extLst>
          </p:cNvPr>
          <p:cNvSpPr>
            <a:spLocks noGrp="1"/>
          </p:cNvSpPr>
          <p:nvPr>
            <p:ph type="body" sz="quarter" idx="14"/>
          </p:nvPr>
        </p:nvSpPr>
        <p:spPr/>
        <p:txBody>
          <a:bodyPr/>
          <a:lstStyle/>
          <a:p>
            <a:endParaRPr lang="en-GB"/>
          </a:p>
        </p:txBody>
      </p:sp>
      <p:sp>
        <p:nvSpPr>
          <p:cNvPr id="8" name="Content Placeholder 7">
            <a:extLst>
              <a:ext uri="{FF2B5EF4-FFF2-40B4-BE49-F238E27FC236}">
                <a16:creationId xmlns:a16="http://schemas.microsoft.com/office/drawing/2014/main" id="{3B8783D1-69E2-C33B-6AFD-60FB9B1BFCD3}"/>
              </a:ext>
            </a:extLst>
          </p:cNvPr>
          <p:cNvSpPr>
            <a:spLocks noGrp="1"/>
          </p:cNvSpPr>
          <p:nvPr>
            <p:ph idx="16"/>
          </p:nvPr>
        </p:nvSpPr>
        <p:spPr/>
        <p:txBody>
          <a:bodyPr/>
          <a:lstStyle/>
          <a:p>
            <a:endParaRPr lang="en-GB"/>
          </a:p>
        </p:txBody>
      </p:sp>
      <p:sp>
        <p:nvSpPr>
          <p:cNvPr id="9" name="Text Placeholder 8">
            <a:extLst>
              <a:ext uri="{FF2B5EF4-FFF2-40B4-BE49-F238E27FC236}">
                <a16:creationId xmlns:a16="http://schemas.microsoft.com/office/drawing/2014/main" id="{D772A151-34E5-3E55-465F-561F55E26114}"/>
              </a:ext>
            </a:extLst>
          </p:cNvPr>
          <p:cNvSpPr>
            <a:spLocks noGrp="1"/>
          </p:cNvSpPr>
          <p:nvPr>
            <p:ph type="body" sz="quarter" idx="17"/>
          </p:nvPr>
        </p:nvSpPr>
        <p:spPr/>
        <p:txBody>
          <a:bodyPr/>
          <a:lstStyle/>
          <a:p>
            <a:endParaRPr lang="en-GB"/>
          </a:p>
        </p:txBody>
      </p:sp>
    </p:spTree>
    <p:extLst>
      <p:ext uri="{BB962C8B-B14F-4D97-AF65-F5344CB8AC3E}">
        <p14:creationId xmlns:p14="http://schemas.microsoft.com/office/powerpoint/2010/main" val="18793667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B65AC-2245-A307-B970-538F13B2D9D2}"/>
              </a:ext>
            </a:extLst>
          </p:cNvPr>
          <p:cNvSpPr>
            <a:spLocks noGrp="1"/>
          </p:cNvSpPr>
          <p:nvPr>
            <p:ph type="title"/>
          </p:nvPr>
        </p:nvSpPr>
        <p:spPr/>
        <p:txBody>
          <a:bodyPr/>
          <a:lstStyle/>
          <a:p>
            <a:endParaRPr lang="en-PL"/>
          </a:p>
        </p:txBody>
      </p:sp>
      <p:sp>
        <p:nvSpPr>
          <p:cNvPr id="3" name="Content Placeholder 2">
            <a:extLst>
              <a:ext uri="{FF2B5EF4-FFF2-40B4-BE49-F238E27FC236}">
                <a16:creationId xmlns:a16="http://schemas.microsoft.com/office/drawing/2014/main" id="{10557B48-037F-4012-7971-E634E5F53492}"/>
              </a:ext>
            </a:extLst>
          </p:cNvPr>
          <p:cNvSpPr>
            <a:spLocks noGrp="1"/>
          </p:cNvSpPr>
          <p:nvPr>
            <p:ph idx="1"/>
          </p:nvPr>
        </p:nvSpPr>
        <p:spPr/>
        <p:txBody>
          <a:bodyPr/>
          <a:lstStyle/>
          <a:p>
            <a:endParaRPr lang="en-PL" dirty="0"/>
          </a:p>
        </p:txBody>
      </p:sp>
      <p:sp>
        <p:nvSpPr>
          <p:cNvPr id="4" name="Text Placeholder 3">
            <a:extLst>
              <a:ext uri="{FF2B5EF4-FFF2-40B4-BE49-F238E27FC236}">
                <a16:creationId xmlns:a16="http://schemas.microsoft.com/office/drawing/2014/main" id="{3941ADB2-1AC5-8064-A0D9-77D259DC5F7E}"/>
              </a:ext>
            </a:extLst>
          </p:cNvPr>
          <p:cNvSpPr>
            <a:spLocks noGrp="1"/>
          </p:cNvSpPr>
          <p:nvPr>
            <p:ph type="body" sz="quarter" idx="11"/>
          </p:nvPr>
        </p:nvSpPr>
        <p:spPr/>
        <p:txBody>
          <a:bodyPr/>
          <a:lstStyle/>
          <a:p>
            <a:endParaRPr lang="en-PL"/>
          </a:p>
        </p:txBody>
      </p:sp>
      <p:sp>
        <p:nvSpPr>
          <p:cNvPr id="5" name="Picture Placeholder 4">
            <a:extLst>
              <a:ext uri="{FF2B5EF4-FFF2-40B4-BE49-F238E27FC236}">
                <a16:creationId xmlns:a16="http://schemas.microsoft.com/office/drawing/2014/main" id="{E3E5C3E1-4F89-468D-FFE7-D9252EAF2239}"/>
              </a:ext>
            </a:extLst>
          </p:cNvPr>
          <p:cNvSpPr>
            <a:spLocks noGrp="1"/>
          </p:cNvSpPr>
          <p:nvPr>
            <p:ph type="pic" sz="quarter" idx="12"/>
          </p:nvPr>
        </p:nvSpPr>
        <p:spPr/>
        <p:txBody>
          <a:bodyPr/>
          <a:lstStyle/>
          <a:p>
            <a:endParaRPr lang="en-PL"/>
          </a:p>
        </p:txBody>
      </p:sp>
      <p:sp>
        <p:nvSpPr>
          <p:cNvPr id="6" name="Content Placeholder 5">
            <a:extLst>
              <a:ext uri="{FF2B5EF4-FFF2-40B4-BE49-F238E27FC236}">
                <a16:creationId xmlns:a16="http://schemas.microsoft.com/office/drawing/2014/main" id="{5B7D52AF-5B4B-5FD2-A732-13C54FD46C62}"/>
              </a:ext>
            </a:extLst>
          </p:cNvPr>
          <p:cNvSpPr>
            <a:spLocks noGrp="1"/>
          </p:cNvSpPr>
          <p:nvPr>
            <p:ph idx="13"/>
          </p:nvPr>
        </p:nvSpPr>
        <p:spPr/>
        <p:txBody>
          <a:bodyPr/>
          <a:lstStyle/>
          <a:p>
            <a:endParaRPr lang="en-PL"/>
          </a:p>
        </p:txBody>
      </p:sp>
      <p:sp>
        <p:nvSpPr>
          <p:cNvPr id="7" name="Text Placeholder 6">
            <a:extLst>
              <a:ext uri="{FF2B5EF4-FFF2-40B4-BE49-F238E27FC236}">
                <a16:creationId xmlns:a16="http://schemas.microsoft.com/office/drawing/2014/main" id="{D7753C24-3783-E6C5-0FBC-096444F7833B}"/>
              </a:ext>
            </a:extLst>
          </p:cNvPr>
          <p:cNvSpPr>
            <a:spLocks noGrp="1"/>
          </p:cNvSpPr>
          <p:nvPr>
            <p:ph type="body" sz="quarter" idx="14"/>
          </p:nvPr>
        </p:nvSpPr>
        <p:spPr/>
        <p:txBody>
          <a:bodyPr/>
          <a:lstStyle/>
          <a:p>
            <a:endParaRPr lang="en-PL"/>
          </a:p>
        </p:txBody>
      </p:sp>
      <p:sp>
        <p:nvSpPr>
          <p:cNvPr id="8" name="Picture Placeholder 7">
            <a:extLst>
              <a:ext uri="{FF2B5EF4-FFF2-40B4-BE49-F238E27FC236}">
                <a16:creationId xmlns:a16="http://schemas.microsoft.com/office/drawing/2014/main" id="{26867E3A-364C-183B-7B0B-00FCC531AAC8}"/>
              </a:ext>
            </a:extLst>
          </p:cNvPr>
          <p:cNvSpPr>
            <a:spLocks noGrp="1"/>
          </p:cNvSpPr>
          <p:nvPr>
            <p:ph type="pic" sz="quarter" idx="15"/>
          </p:nvPr>
        </p:nvSpPr>
        <p:spPr/>
        <p:txBody>
          <a:bodyPr/>
          <a:lstStyle/>
          <a:p>
            <a:endParaRPr lang="en-PL"/>
          </a:p>
        </p:txBody>
      </p:sp>
      <p:sp>
        <p:nvSpPr>
          <p:cNvPr id="9" name="Slide Number Placeholder 8">
            <a:extLst>
              <a:ext uri="{FF2B5EF4-FFF2-40B4-BE49-F238E27FC236}">
                <a16:creationId xmlns:a16="http://schemas.microsoft.com/office/drawing/2014/main" id="{AC5EA0F4-FE75-B082-C45F-C0C0D8C727B5}"/>
              </a:ext>
            </a:extLst>
          </p:cNvPr>
          <p:cNvSpPr>
            <a:spLocks noGrp="1"/>
          </p:cNvSpPr>
          <p:nvPr>
            <p:ph type="sldNum" sz="quarter" idx="10"/>
          </p:nvPr>
        </p:nvSpPr>
        <p:spPr/>
        <p:txBody>
          <a:bodyPr/>
          <a:lstStyle/>
          <a:p>
            <a:fld id="{4EE75B84-B7E0-4C4B-AC9D-894B0C074E7C}" type="slidenum">
              <a:rPr lang="en-PL" smtClean="0"/>
              <a:pPr/>
              <a:t>13</a:t>
            </a:fld>
            <a:endParaRPr lang="en-PL" dirty="0"/>
          </a:p>
        </p:txBody>
      </p:sp>
    </p:spTree>
    <p:extLst>
      <p:ext uri="{BB962C8B-B14F-4D97-AF65-F5344CB8AC3E}">
        <p14:creationId xmlns:p14="http://schemas.microsoft.com/office/powerpoint/2010/main" val="32719679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79981102-D7A5-E0F9-2864-93022EA7EEEF}"/>
              </a:ext>
            </a:extLst>
          </p:cNvPr>
          <p:cNvSpPr>
            <a:spLocks noGrp="1"/>
          </p:cNvSpPr>
          <p:nvPr>
            <p:ph type="title"/>
          </p:nvPr>
        </p:nvSpPr>
        <p:spPr/>
        <p:txBody>
          <a:bodyPr/>
          <a:lstStyle/>
          <a:p>
            <a:endParaRPr lang="en-PL"/>
          </a:p>
        </p:txBody>
      </p:sp>
      <p:sp>
        <p:nvSpPr>
          <p:cNvPr id="26" name="Content Placeholder 25">
            <a:extLst>
              <a:ext uri="{FF2B5EF4-FFF2-40B4-BE49-F238E27FC236}">
                <a16:creationId xmlns:a16="http://schemas.microsoft.com/office/drawing/2014/main" id="{E574BC80-B85D-DEE3-F042-DB5215BB066D}"/>
              </a:ext>
            </a:extLst>
          </p:cNvPr>
          <p:cNvSpPr>
            <a:spLocks noGrp="1"/>
          </p:cNvSpPr>
          <p:nvPr>
            <p:ph idx="1"/>
          </p:nvPr>
        </p:nvSpPr>
        <p:spPr/>
        <p:txBody>
          <a:bodyPr/>
          <a:lstStyle/>
          <a:p>
            <a:endParaRPr lang="en-PL"/>
          </a:p>
        </p:txBody>
      </p:sp>
      <p:sp>
        <p:nvSpPr>
          <p:cNvPr id="27" name="Text Placeholder 26">
            <a:extLst>
              <a:ext uri="{FF2B5EF4-FFF2-40B4-BE49-F238E27FC236}">
                <a16:creationId xmlns:a16="http://schemas.microsoft.com/office/drawing/2014/main" id="{FE271F45-E6DC-D58A-EA63-52E28789437E}"/>
              </a:ext>
            </a:extLst>
          </p:cNvPr>
          <p:cNvSpPr>
            <a:spLocks noGrp="1"/>
          </p:cNvSpPr>
          <p:nvPr>
            <p:ph type="body" sz="quarter" idx="11"/>
          </p:nvPr>
        </p:nvSpPr>
        <p:spPr/>
        <p:txBody>
          <a:bodyPr/>
          <a:lstStyle/>
          <a:p>
            <a:endParaRPr lang="en-PL"/>
          </a:p>
        </p:txBody>
      </p:sp>
      <p:sp>
        <p:nvSpPr>
          <p:cNvPr id="28" name="Picture Placeholder 27">
            <a:extLst>
              <a:ext uri="{FF2B5EF4-FFF2-40B4-BE49-F238E27FC236}">
                <a16:creationId xmlns:a16="http://schemas.microsoft.com/office/drawing/2014/main" id="{93831346-B484-5202-037D-88065CA5EB12}"/>
              </a:ext>
            </a:extLst>
          </p:cNvPr>
          <p:cNvSpPr>
            <a:spLocks noGrp="1"/>
          </p:cNvSpPr>
          <p:nvPr>
            <p:ph type="pic" sz="quarter" idx="12"/>
          </p:nvPr>
        </p:nvSpPr>
        <p:spPr/>
        <p:txBody>
          <a:bodyPr/>
          <a:lstStyle/>
          <a:p>
            <a:endParaRPr lang="en-PL"/>
          </a:p>
        </p:txBody>
      </p:sp>
      <p:sp>
        <p:nvSpPr>
          <p:cNvPr id="29" name="Content Placeholder 28">
            <a:extLst>
              <a:ext uri="{FF2B5EF4-FFF2-40B4-BE49-F238E27FC236}">
                <a16:creationId xmlns:a16="http://schemas.microsoft.com/office/drawing/2014/main" id="{EDCCCFCC-91F9-B0E7-6957-C714784739BC}"/>
              </a:ext>
            </a:extLst>
          </p:cNvPr>
          <p:cNvSpPr>
            <a:spLocks noGrp="1"/>
          </p:cNvSpPr>
          <p:nvPr>
            <p:ph idx="13"/>
          </p:nvPr>
        </p:nvSpPr>
        <p:spPr/>
        <p:txBody>
          <a:bodyPr/>
          <a:lstStyle/>
          <a:p>
            <a:endParaRPr lang="en-PL"/>
          </a:p>
        </p:txBody>
      </p:sp>
      <p:sp>
        <p:nvSpPr>
          <p:cNvPr id="30" name="Text Placeholder 29">
            <a:extLst>
              <a:ext uri="{FF2B5EF4-FFF2-40B4-BE49-F238E27FC236}">
                <a16:creationId xmlns:a16="http://schemas.microsoft.com/office/drawing/2014/main" id="{6B965F85-DB0A-3ED8-9D00-25E54566765B}"/>
              </a:ext>
            </a:extLst>
          </p:cNvPr>
          <p:cNvSpPr>
            <a:spLocks noGrp="1"/>
          </p:cNvSpPr>
          <p:nvPr>
            <p:ph type="body" sz="quarter" idx="14"/>
          </p:nvPr>
        </p:nvSpPr>
        <p:spPr/>
        <p:txBody>
          <a:bodyPr/>
          <a:lstStyle/>
          <a:p>
            <a:endParaRPr lang="en-PL"/>
          </a:p>
        </p:txBody>
      </p:sp>
      <p:sp>
        <p:nvSpPr>
          <p:cNvPr id="31" name="Picture Placeholder 30">
            <a:extLst>
              <a:ext uri="{FF2B5EF4-FFF2-40B4-BE49-F238E27FC236}">
                <a16:creationId xmlns:a16="http://schemas.microsoft.com/office/drawing/2014/main" id="{1ED9635D-B131-F071-B223-6C9494778ED1}"/>
              </a:ext>
            </a:extLst>
          </p:cNvPr>
          <p:cNvSpPr>
            <a:spLocks noGrp="1"/>
          </p:cNvSpPr>
          <p:nvPr>
            <p:ph type="pic" sz="quarter" idx="15"/>
          </p:nvPr>
        </p:nvSpPr>
        <p:spPr/>
        <p:txBody>
          <a:bodyPr/>
          <a:lstStyle/>
          <a:p>
            <a:endParaRPr lang="en-PL"/>
          </a:p>
        </p:txBody>
      </p:sp>
      <p:sp>
        <p:nvSpPr>
          <p:cNvPr id="32" name="Content Placeholder 31">
            <a:extLst>
              <a:ext uri="{FF2B5EF4-FFF2-40B4-BE49-F238E27FC236}">
                <a16:creationId xmlns:a16="http://schemas.microsoft.com/office/drawing/2014/main" id="{849C2630-BB01-4B06-4EB3-733C15BE2669}"/>
              </a:ext>
            </a:extLst>
          </p:cNvPr>
          <p:cNvSpPr>
            <a:spLocks noGrp="1"/>
          </p:cNvSpPr>
          <p:nvPr>
            <p:ph idx="16"/>
          </p:nvPr>
        </p:nvSpPr>
        <p:spPr/>
        <p:txBody>
          <a:bodyPr/>
          <a:lstStyle/>
          <a:p>
            <a:endParaRPr lang="en-PL"/>
          </a:p>
        </p:txBody>
      </p:sp>
      <p:sp>
        <p:nvSpPr>
          <p:cNvPr id="33" name="Text Placeholder 32">
            <a:extLst>
              <a:ext uri="{FF2B5EF4-FFF2-40B4-BE49-F238E27FC236}">
                <a16:creationId xmlns:a16="http://schemas.microsoft.com/office/drawing/2014/main" id="{C5A5CCFF-D504-D885-3004-0CD3903FB3C8}"/>
              </a:ext>
            </a:extLst>
          </p:cNvPr>
          <p:cNvSpPr>
            <a:spLocks noGrp="1"/>
          </p:cNvSpPr>
          <p:nvPr>
            <p:ph type="body" sz="quarter" idx="17"/>
          </p:nvPr>
        </p:nvSpPr>
        <p:spPr/>
        <p:txBody>
          <a:bodyPr/>
          <a:lstStyle/>
          <a:p>
            <a:endParaRPr lang="en-PL"/>
          </a:p>
        </p:txBody>
      </p:sp>
      <p:sp>
        <p:nvSpPr>
          <p:cNvPr id="34" name="Picture Placeholder 33">
            <a:extLst>
              <a:ext uri="{FF2B5EF4-FFF2-40B4-BE49-F238E27FC236}">
                <a16:creationId xmlns:a16="http://schemas.microsoft.com/office/drawing/2014/main" id="{85FC5E4A-8797-979E-8549-3DEAEC107C45}"/>
              </a:ext>
            </a:extLst>
          </p:cNvPr>
          <p:cNvSpPr>
            <a:spLocks noGrp="1"/>
          </p:cNvSpPr>
          <p:nvPr>
            <p:ph type="pic" sz="quarter" idx="18"/>
          </p:nvPr>
        </p:nvSpPr>
        <p:spPr/>
        <p:txBody>
          <a:bodyPr/>
          <a:lstStyle/>
          <a:p>
            <a:endParaRPr lang="en-PL"/>
          </a:p>
        </p:txBody>
      </p:sp>
      <p:sp>
        <p:nvSpPr>
          <p:cNvPr id="35" name="Slide Number Placeholder 34">
            <a:extLst>
              <a:ext uri="{FF2B5EF4-FFF2-40B4-BE49-F238E27FC236}">
                <a16:creationId xmlns:a16="http://schemas.microsoft.com/office/drawing/2014/main" id="{A77A9289-2898-17C5-2146-12490E8B92C1}"/>
              </a:ext>
            </a:extLst>
          </p:cNvPr>
          <p:cNvSpPr>
            <a:spLocks noGrp="1"/>
          </p:cNvSpPr>
          <p:nvPr>
            <p:ph type="sldNum" sz="quarter" idx="10"/>
          </p:nvPr>
        </p:nvSpPr>
        <p:spPr/>
        <p:txBody>
          <a:bodyPr/>
          <a:lstStyle/>
          <a:p>
            <a:fld id="{4EE75B84-B7E0-4C4B-AC9D-894B0C074E7C}" type="slidenum">
              <a:rPr lang="en-PL" smtClean="0"/>
              <a:pPr/>
              <a:t>14</a:t>
            </a:fld>
            <a:endParaRPr lang="en-PL" dirty="0"/>
          </a:p>
        </p:txBody>
      </p:sp>
    </p:spTree>
    <p:extLst>
      <p:ext uri="{BB962C8B-B14F-4D97-AF65-F5344CB8AC3E}">
        <p14:creationId xmlns:p14="http://schemas.microsoft.com/office/powerpoint/2010/main" val="2484909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105B3-BAF4-B742-7496-AED17DD3D50E}"/>
              </a:ext>
            </a:extLst>
          </p:cNvPr>
          <p:cNvSpPr>
            <a:spLocks noGrp="1"/>
          </p:cNvSpPr>
          <p:nvPr>
            <p:ph type="title"/>
          </p:nvPr>
        </p:nvSpPr>
        <p:spPr/>
        <p:txBody>
          <a:bodyPr/>
          <a:lstStyle/>
          <a:p>
            <a:endParaRPr lang="en-PL"/>
          </a:p>
        </p:txBody>
      </p:sp>
      <p:sp>
        <p:nvSpPr>
          <p:cNvPr id="3" name="Content Placeholder 2">
            <a:extLst>
              <a:ext uri="{FF2B5EF4-FFF2-40B4-BE49-F238E27FC236}">
                <a16:creationId xmlns:a16="http://schemas.microsoft.com/office/drawing/2014/main" id="{CF5FFE99-E128-F393-EBA9-095A3AED7C4B}"/>
              </a:ext>
            </a:extLst>
          </p:cNvPr>
          <p:cNvSpPr>
            <a:spLocks noGrp="1"/>
          </p:cNvSpPr>
          <p:nvPr>
            <p:ph idx="1"/>
          </p:nvPr>
        </p:nvSpPr>
        <p:spPr/>
        <p:txBody>
          <a:bodyPr/>
          <a:lstStyle/>
          <a:p>
            <a:endParaRPr lang="en-PL"/>
          </a:p>
        </p:txBody>
      </p:sp>
      <p:sp>
        <p:nvSpPr>
          <p:cNvPr id="4" name="Text Placeholder 3">
            <a:extLst>
              <a:ext uri="{FF2B5EF4-FFF2-40B4-BE49-F238E27FC236}">
                <a16:creationId xmlns:a16="http://schemas.microsoft.com/office/drawing/2014/main" id="{6FB7EA7F-9072-EE91-B6FC-18F1E13F16D5}"/>
              </a:ext>
            </a:extLst>
          </p:cNvPr>
          <p:cNvSpPr>
            <a:spLocks noGrp="1"/>
          </p:cNvSpPr>
          <p:nvPr>
            <p:ph type="body" sz="quarter" idx="11"/>
          </p:nvPr>
        </p:nvSpPr>
        <p:spPr/>
        <p:txBody>
          <a:bodyPr/>
          <a:lstStyle/>
          <a:p>
            <a:endParaRPr lang="en-PL"/>
          </a:p>
        </p:txBody>
      </p:sp>
      <p:sp>
        <p:nvSpPr>
          <p:cNvPr id="5" name="Picture Placeholder 4">
            <a:extLst>
              <a:ext uri="{FF2B5EF4-FFF2-40B4-BE49-F238E27FC236}">
                <a16:creationId xmlns:a16="http://schemas.microsoft.com/office/drawing/2014/main" id="{849EC5FC-53C1-6B33-553C-715DB8BFB168}"/>
              </a:ext>
            </a:extLst>
          </p:cNvPr>
          <p:cNvSpPr>
            <a:spLocks noGrp="1"/>
          </p:cNvSpPr>
          <p:nvPr>
            <p:ph type="pic" sz="quarter" idx="12"/>
          </p:nvPr>
        </p:nvSpPr>
        <p:spPr/>
        <p:txBody>
          <a:bodyPr/>
          <a:lstStyle/>
          <a:p>
            <a:endParaRPr lang="en-PL"/>
          </a:p>
        </p:txBody>
      </p:sp>
      <p:sp>
        <p:nvSpPr>
          <p:cNvPr id="6" name="Content Placeholder 5">
            <a:extLst>
              <a:ext uri="{FF2B5EF4-FFF2-40B4-BE49-F238E27FC236}">
                <a16:creationId xmlns:a16="http://schemas.microsoft.com/office/drawing/2014/main" id="{CD709408-088D-AC6F-E1EF-E32701AE65CC}"/>
              </a:ext>
            </a:extLst>
          </p:cNvPr>
          <p:cNvSpPr>
            <a:spLocks noGrp="1"/>
          </p:cNvSpPr>
          <p:nvPr>
            <p:ph idx="13"/>
          </p:nvPr>
        </p:nvSpPr>
        <p:spPr/>
        <p:txBody>
          <a:bodyPr/>
          <a:lstStyle/>
          <a:p>
            <a:endParaRPr lang="en-PL"/>
          </a:p>
        </p:txBody>
      </p:sp>
      <p:sp>
        <p:nvSpPr>
          <p:cNvPr id="7" name="Text Placeholder 6">
            <a:extLst>
              <a:ext uri="{FF2B5EF4-FFF2-40B4-BE49-F238E27FC236}">
                <a16:creationId xmlns:a16="http://schemas.microsoft.com/office/drawing/2014/main" id="{967917F1-2487-134C-97F0-02F6C1A3F96A}"/>
              </a:ext>
            </a:extLst>
          </p:cNvPr>
          <p:cNvSpPr>
            <a:spLocks noGrp="1"/>
          </p:cNvSpPr>
          <p:nvPr>
            <p:ph type="body" sz="quarter" idx="14"/>
          </p:nvPr>
        </p:nvSpPr>
        <p:spPr/>
        <p:txBody>
          <a:bodyPr/>
          <a:lstStyle/>
          <a:p>
            <a:endParaRPr lang="en-PL"/>
          </a:p>
        </p:txBody>
      </p:sp>
      <p:sp>
        <p:nvSpPr>
          <p:cNvPr id="8" name="Picture Placeholder 7">
            <a:extLst>
              <a:ext uri="{FF2B5EF4-FFF2-40B4-BE49-F238E27FC236}">
                <a16:creationId xmlns:a16="http://schemas.microsoft.com/office/drawing/2014/main" id="{C8553D35-86AF-8AE6-DE06-A261E81A422B}"/>
              </a:ext>
            </a:extLst>
          </p:cNvPr>
          <p:cNvSpPr>
            <a:spLocks noGrp="1"/>
          </p:cNvSpPr>
          <p:nvPr>
            <p:ph type="pic" sz="quarter" idx="15"/>
          </p:nvPr>
        </p:nvSpPr>
        <p:spPr/>
        <p:txBody>
          <a:bodyPr/>
          <a:lstStyle/>
          <a:p>
            <a:endParaRPr lang="en-PL"/>
          </a:p>
        </p:txBody>
      </p:sp>
      <p:sp>
        <p:nvSpPr>
          <p:cNvPr id="9" name="Content Placeholder 8">
            <a:extLst>
              <a:ext uri="{FF2B5EF4-FFF2-40B4-BE49-F238E27FC236}">
                <a16:creationId xmlns:a16="http://schemas.microsoft.com/office/drawing/2014/main" id="{DB5A94DE-3CDA-DA6A-C60E-477E6CFE0E4C}"/>
              </a:ext>
            </a:extLst>
          </p:cNvPr>
          <p:cNvSpPr>
            <a:spLocks noGrp="1"/>
          </p:cNvSpPr>
          <p:nvPr>
            <p:ph idx="16"/>
          </p:nvPr>
        </p:nvSpPr>
        <p:spPr/>
        <p:txBody>
          <a:bodyPr/>
          <a:lstStyle/>
          <a:p>
            <a:endParaRPr lang="en-PL"/>
          </a:p>
        </p:txBody>
      </p:sp>
      <p:sp>
        <p:nvSpPr>
          <p:cNvPr id="10" name="Text Placeholder 9">
            <a:extLst>
              <a:ext uri="{FF2B5EF4-FFF2-40B4-BE49-F238E27FC236}">
                <a16:creationId xmlns:a16="http://schemas.microsoft.com/office/drawing/2014/main" id="{2BE73F1F-3B7E-4577-1087-D76500CB4059}"/>
              </a:ext>
            </a:extLst>
          </p:cNvPr>
          <p:cNvSpPr>
            <a:spLocks noGrp="1"/>
          </p:cNvSpPr>
          <p:nvPr>
            <p:ph type="body" sz="quarter" idx="17"/>
          </p:nvPr>
        </p:nvSpPr>
        <p:spPr/>
        <p:txBody>
          <a:bodyPr/>
          <a:lstStyle/>
          <a:p>
            <a:endParaRPr lang="en-PL"/>
          </a:p>
        </p:txBody>
      </p:sp>
      <p:sp>
        <p:nvSpPr>
          <p:cNvPr id="11" name="Picture Placeholder 10">
            <a:extLst>
              <a:ext uri="{FF2B5EF4-FFF2-40B4-BE49-F238E27FC236}">
                <a16:creationId xmlns:a16="http://schemas.microsoft.com/office/drawing/2014/main" id="{54786B0F-FD55-05DD-83F8-DAF1CE4A0D45}"/>
              </a:ext>
            </a:extLst>
          </p:cNvPr>
          <p:cNvSpPr>
            <a:spLocks noGrp="1"/>
          </p:cNvSpPr>
          <p:nvPr>
            <p:ph type="pic" sz="quarter" idx="18"/>
          </p:nvPr>
        </p:nvSpPr>
        <p:spPr/>
        <p:txBody>
          <a:bodyPr/>
          <a:lstStyle/>
          <a:p>
            <a:endParaRPr lang="en-PL"/>
          </a:p>
        </p:txBody>
      </p:sp>
      <p:sp>
        <p:nvSpPr>
          <p:cNvPr id="12" name="Content Placeholder 11">
            <a:extLst>
              <a:ext uri="{FF2B5EF4-FFF2-40B4-BE49-F238E27FC236}">
                <a16:creationId xmlns:a16="http://schemas.microsoft.com/office/drawing/2014/main" id="{B6A4E182-FFDC-DF0F-80A6-57D3ABB90694}"/>
              </a:ext>
            </a:extLst>
          </p:cNvPr>
          <p:cNvSpPr>
            <a:spLocks noGrp="1"/>
          </p:cNvSpPr>
          <p:nvPr>
            <p:ph idx="19"/>
          </p:nvPr>
        </p:nvSpPr>
        <p:spPr/>
        <p:txBody>
          <a:bodyPr/>
          <a:lstStyle/>
          <a:p>
            <a:endParaRPr lang="en-PL"/>
          </a:p>
        </p:txBody>
      </p:sp>
      <p:sp>
        <p:nvSpPr>
          <p:cNvPr id="13" name="Text Placeholder 12">
            <a:extLst>
              <a:ext uri="{FF2B5EF4-FFF2-40B4-BE49-F238E27FC236}">
                <a16:creationId xmlns:a16="http://schemas.microsoft.com/office/drawing/2014/main" id="{A0811C4F-2281-133D-DE66-204D01120103}"/>
              </a:ext>
            </a:extLst>
          </p:cNvPr>
          <p:cNvSpPr>
            <a:spLocks noGrp="1"/>
          </p:cNvSpPr>
          <p:nvPr>
            <p:ph type="body" sz="quarter" idx="20"/>
          </p:nvPr>
        </p:nvSpPr>
        <p:spPr/>
        <p:txBody>
          <a:bodyPr/>
          <a:lstStyle/>
          <a:p>
            <a:endParaRPr lang="en-PL"/>
          </a:p>
        </p:txBody>
      </p:sp>
      <p:sp>
        <p:nvSpPr>
          <p:cNvPr id="14" name="Picture Placeholder 13">
            <a:extLst>
              <a:ext uri="{FF2B5EF4-FFF2-40B4-BE49-F238E27FC236}">
                <a16:creationId xmlns:a16="http://schemas.microsoft.com/office/drawing/2014/main" id="{4DEE79BF-1D4F-AA67-6CCD-040A20E74FE6}"/>
              </a:ext>
            </a:extLst>
          </p:cNvPr>
          <p:cNvSpPr>
            <a:spLocks noGrp="1"/>
          </p:cNvSpPr>
          <p:nvPr>
            <p:ph type="pic" sz="quarter" idx="21"/>
          </p:nvPr>
        </p:nvSpPr>
        <p:spPr/>
        <p:txBody>
          <a:bodyPr/>
          <a:lstStyle/>
          <a:p>
            <a:endParaRPr lang="en-PL"/>
          </a:p>
        </p:txBody>
      </p:sp>
      <p:sp>
        <p:nvSpPr>
          <p:cNvPr id="15" name="Slide Number Placeholder 14">
            <a:extLst>
              <a:ext uri="{FF2B5EF4-FFF2-40B4-BE49-F238E27FC236}">
                <a16:creationId xmlns:a16="http://schemas.microsoft.com/office/drawing/2014/main" id="{B737DB3F-32A9-C68E-3FE0-7D7D9727F7B4}"/>
              </a:ext>
            </a:extLst>
          </p:cNvPr>
          <p:cNvSpPr>
            <a:spLocks noGrp="1"/>
          </p:cNvSpPr>
          <p:nvPr>
            <p:ph type="sldNum" sz="quarter" idx="10"/>
          </p:nvPr>
        </p:nvSpPr>
        <p:spPr/>
        <p:txBody>
          <a:bodyPr/>
          <a:lstStyle/>
          <a:p>
            <a:fld id="{4EE75B84-B7E0-4C4B-AC9D-894B0C074E7C}" type="slidenum">
              <a:rPr lang="en-PL" smtClean="0"/>
              <a:pPr/>
              <a:t>15</a:t>
            </a:fld>
            <a:endParaRPr lang="en-PL" dirty="0"/>
          </a:p>
        </p:txBody>
      </p:sp>
    </p:spTree>
    <p:extLst>
      <p:ext uri="{BB962C8B-B14F-4D97-AF65-F5344CB8AC3E}">
        <p14:creationId xmlns:p14="http://schemas.microsoft.com/office/powerpoint/2010/main" val="18060486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D821E-39E4-BC01-A514-DDF70286EB03}"/>
              </a:ext>
            </a:extLst>
          </p:cNvPr>
          <p:cNvSpPr>
            <a:spLocks noGrp="1"/>
          </p:cNvSpPr>
          <p:nvPr>
            <p:ph type="title"/>
          </p:nvPr>
        </p:nvSpPr>
        <p:spPr/>
        <p:txBody>
          <a:bodyPr/>
          <a:lstStyle/>
          <a:p>
            <a:endParaRPr lang="en-PL"/>
          </a:p>
        </p:txBody>
      </p:sp>
      <p:sp>
        <p:nvSpPr>
          <p:cNvPr id="3" name="Content Placeholder 2">
            <a:extLst>
              <a:ext uri="{FF2B5EF4-FFF2-40B4-BE49-F238E27FC236}">
                <a16:creationId xmlns:a16="http://schemas.microsoft.com/office/drawing/2014/main" id="{6A0BAB28-EADD-BE90-A54C-319E9C93BDCD}"/>
              </a:ext>
            </a:extLst>
          </p:cNvPr>
          <p:cNvSpPr>
            <a:spLocks noGrp="1"/>
          </p:cNvSpPr>
          <p:nvPr>
            <p:ph idx="1"/>
          </p:nvPr>
        </p:nvSpPr>
        <p:spPr/>
        <p:txBody>
          <a:bodyPr/>
          <a:lstStyle/>
          <a:p>
            <a:endParaRPr lang="en-PL"/>
          </a:p>
        </p:txBody>
      </p:sp>
      <p:sp>
        <p:nvSpPr>
          <p:cNvPr id="4" name="Text Placeholder 3">
            <a:extLst>
              <a:ext uri="{FF2B5EF4-FFF2-40B4-BE49-F238E27FC236}">
                <a16:creationId xmlns:a16="http://schemas.microsoft.com/office/drawing/2014/main" id="{314E88B6-A8C8-A802-603A-7085D49613EA}"/>
              </a:ext>
            </a:extLst>
          </p:cNvPr>
          <p:cNvSpPr>
            <a:spLocks noGrp="1"/>
          </p:cNvSpPr>
          <p:nvPr>
            <p:ph type="body" sz="quarter" idx="11"/>
          </p:nvPr>
        </p:nvSpPr>
        <p:spPr/>
        <p:txBody>
          <a:bodyPr/>
          <a:lstStyle/>
          <a:p>
            <a:endParaRPr lang="en-PL"/>
          </a:p>
        </p:txBody>
      </p:sp>
      <p:sp>
        <p:nvSpPr>
          <p:cNvPr id="5" name="Picture Placeholder 4">
            <a:extLst>
              <a:ext uri="{FF2B5EF4-FFF2-40B4-BE49-F238E27FC236}">
                <a16:creationId xmlns:a16="http://schemas.microsoft.com/office/drawing/2014/main" id="{DFF5268E-B94A-9CAC-5D5E-EBDADDD5BB11}"/>
              </a:ext>
            </a:extLst>
          </p:cNvPr>
          <p:cNvSpPr>
            <a:spLocks noGrp="1"/>
          </p:cNvSpPr>
          <p:nvPr>
            <p:ph type="pic" sz="quarter" idx="12"/>
          </p:nvPr>
        </p:nvSpPr>
        <p:spPr/>
        <p:txBody>
          <a:bodyPr/>
          <a:lstStyle/>
          <a:p>
            <a:endParaRPr lang="en-PL"/>
          </a:p>
        </p:txBody>
      </p:sp>
      <p:sp>
        <p:nvSpPr>
          <p:cNvPr id="6" name="Content Placeholder 5">
            <a:extLst>
              <a:ext uri="{FF2B5EF4-FFF2-40B4-BE49-F238E27FC236}">
                <a16:creationId xmlns:a16="http://schemas.microsoft.com/office/drawing/2014/main" id="{336AFD0F-4207-BA24-D15F-C252DD798678}"/>
              </a:ext>
            </a:extLst>
          </p:cNvPr>
          <p:cNvSpPr>
            <a:spLocks noGrp="1"/>
          </p:cNvSpPr>
          <p:nvPr>
            <p:ph idx="13"/>
          </p:nvPr>
        </p:nvSpPr>
        <p:spPr/>
        <p:txBody>
          <a:bodyPr/>
          <a:lstStyle/>
          <a:p>
            <a:endParaRPr lang="en-PL"/>
          </a:p>
        </p:txBody>
      </p:sp>
      <p:sp>
        <p:nvSpPr>
          <p:cNvPr id="7" name="Text Placeholder 6">
            <a:extLst>
              <a:ext uri="{FF2B5EF4-FFF2-40B4-BE49-F238E27FC236}">
                <a16:creationId xmlns:a16="http://schemas.microsoft.com/office/drawing/2014/main" id="{C4F36FC6-0913-1C9A-20EC-5713B9271626}"/>
              </a:ext>
            </a:extLst>
          </p:cNvPr>
          <p:cNvSpPr>
            <a:spLocks noGrp="1"/>
          </p:cNvSpPr>
          <p:nvPr>
            <p:ph type="body" sz="quarter" idx="14"/>
          </p:nvPr>
        </p:nvSpPr>
        <p:spPr/>
        <p:txBody>
          <a:bodyPr/>
          <a:lstStyle/>
          <a:p>
            <a:endParaRPr lang="en-PL"/>
          </a:p>
        </p:txBody>
      </p:sp>
      <p:sp>
        <p:nvSpPr>
          <p:cNvPr id="8" name="Picture Placeholder 7">
            <a:extLst>
              <a:ext uri="{FF2B5EF4-FFF2-40B4-BE49-F238E27FC236}">
                <a16:creationId xmlns:a16="http://schemas.microsoft.com/office/drawing/2014/main" id="{4A73D7D9-154E-6AAF-4FE6-23E66B8ACAAA}"/>
              </a:ext>
            </a:extLst>
          </p:cNvPr>
          <p:cNvSpPr>
            <a:spLocks noGrp="1"/>
          </p:cNvSpPr>
          <p:nvPr>
            <p:ph type="pic" sz="quarter" idx="15"/>
          </p:nvPr>
        </p:nvSpPr>
        <p:spPr/>
        <p:txBody>
          <a:bodyPr/>
          <a:lstStyle/>
          <a:p>
            <a:endParaRPr lang="en-PL"/>
          </a:p>
        </p:txBody>
      </p:sp>
      <p:sp>
        <p:nvSpPr>
          <p:cNvPr id="9" name="Content Placeholder 8">
            <a:extLst>
              <a:ext uri="{FF2B5EF4-FFF2-40B4-BE49-F238E27FC236}">
                <a16:creationId xmlns:a16="http://schemas.microsoft.com/office/drawing/2014/main" id="{638E5A71-5B7E-7F54-7190-CF265FCF39A1}"/>
              </a:ext>
            </a:extLst>
          </p:cNvPr>
          <p:cNvSpPr>
            <a:spLocks noGrp="1"/>
          </p:cNvSpPr>
          <p:nvPr>
            <p:ph idx="16"/>
          </p:nvPr>
        </p:nvSpPr>
        <p:spPr/>
        <p:txBody>
          <a:bodyPr/>
          <a:lstStyle/>
          <a:p>
            <a:endParaRPr lang="en-PL"/>
          </a:p>
        </p:txBody>
      </p:sp>
      <p:sp>
        <p:nvSpPr>
          <p:cNvPr id="10" name="Text Placeholder 9">
            <a:extLst>
              <a:ext uri="{FF2B5EF4-FFF2-40B4-BE49-F238E27FC236}">
                <a16:creationId xmlns:a16="http://schemas.microsoft.com/office/drawing/2014/main" id="{7D2706B1-709D-E2C0-A8A4-EDA76F144350}"/>
              </a:ext>
            </a:extLst>
          </p:cNvPr>
          <p:cNvSpPr>
            <a:spLocks noGrp="1"/>
          </p:cNvSpPr>
          <p:nvPr>
            <p:ph type="body" sz="quarter" idx="17"/>
          </p:nvPr>
        </p:nvSpPr>
        <p:spPr/>
        <p:txBody>
          <a:bodyPr/>
          <a:lstStyle/>
          <a:p>
            <a:endParaRPr lang="en-PL"/>
          </a:p>
        </p:txBody>
      </p:sp>
      <p:sp>
        <p:nvSpPr>
          <p:cNvPr id="11" name="Picture Placeholder 10">
            <a:extLst>
              <a:ext uri="{FF2B5EF4-FFF2-40B4-BE49-F238E27FC236}">
                <a16:creationId xmlns:a16="http://schemas.microsoft.com/office/drawing/2014/main" id="{1FA05A68-B87E-C0B0-DA38-328313A2CB3A}"/>
              </a:ext>
            </a:extLst>
          </p:cNvPr>
          <p:cNvSpPr>
            <a:spLocks noGrp="1"/>
          </p:cNvSpPr>
          <p:nvPr>
            <p:ph type="pic" sz="quarter" idx="18"/>
          </p:nvPr>
        </p:nvSpPr>
        <p:spPr/>
        <p:txBody>
          <a:bodyPr/>
          <a:lstStyle/>
          <a:p>
            <a:endParaRPr lang="en-PL"/>
          </a:p>
        </p:txBody>
      </p:sp>
      <p:sp>
        <p:nvSpPr>
          <p:cNvPr id="12" name="Content Placeholder 11">
            <a:extLst>
              <a:ext uri="{FF2B5EF4-FFF2-40B4-BE49-F238E27FC236}">
                <a16:creationId xmlns:a16="http://schemas.microsoft.com/office/drawing/2014/main" id="{9023DC7E-0915-F537-CB5F-F68483B71CB5}"/>
              </a:ext>
            </a:extLst>
          </p:cNvPr>
          <p:cNvSpPr>
            <a:spLocks noGrp="1"/>
          </p:cNvSpPr>
          <p:nvPr>
            <p:ph idx="19"/>
          </p:nvPr>
        </p:nvSpPr>
        <p:spPr/>
        <p:txBody>
          <a:bodyPr/>
          <a:lstStyle/>
          <a:p>
            <a:endParaRPr lang="en-PL"/>
          </a:p>
        </p:txBody>
      </p:sp>
      <p:sp>
        <p:nvSpPr>
          <p:cNvPr id="13" name="Text Placeholder 12">
            <a:extLst>
              <a:ext uri="{FF2B5EF4-FFF2-40B4-BE49-F238E27FC236}">
                <a16:creationId xmlns:a16="http://schemas.microsoft.com/office/drawing/2014/main" id="{486750DB-4C86-36F2-17CB-E261AB8F1C1B}"/>
              </a:ext>
            </a:extLst>
          </p:cNvPr>
          <p:cNvSpPr>
            <a:spLocks noGrp="1"/>
          </p:cNvSpPr>
          <p:nvPr>
            <p:ph type="body" sz="quarter" idx="20"/>
          </p:nvPr>
        </p:nvSpPr>
        <p:spPr/>
        <p:txBody>
          <a:bodyPr/>
          <a:lstStyle/>
          <a:p>
            <a:endParaRPr lang="en-PL"/>
          </a:p>
        </p:txBody>
      </p:sp>
      <p:sp>
        <p:nvSpPr>
          <p:cNvPr id="14" name="Picture Placeholder 13">
            <a:extLst>
              <a:ext uri="{FF2B5EF4-FFF2-40B4-BE49-F238E27FC236}">
                <a16:creationId xmlns:a16="http://schemas.microsoft.com/office/drawing/2014/main" id="{0A88FAE1-E3B8-F8C4-1076-21F86F393D5E}"/>
              </a:ext>
            </a:extLst>
          </p:cNvPr>
          <p:cNvSpPr>
            <a:spLocks noGrp="1"/>
          </p:cNvSpPr>
          <p:nvPr>
            <p:ph type="pic" sz="quarter" idx="21"/>
          </p:nvPr>
        </p:nvSpPr>
        <p:spPr/>
        <p:txBody>
          <a:bodyPr/>
          <a:lstStyle/>
          <a:p>
            <a:endParaRPr lang="en-PL"/>
          </a:p>
        </p:txBody>
      </p:sp>
      <p:sp>
        <p:nvSpPr>
          <p:cNvPr id="15" name="Slide Number Placeholder 14">
            <a:extLst>
              <a:ext uri="{FF2B5EF4-FFF2-40B4-BE49-F238E27FC236}">
                <a16:creationId xmlns:a16="http://schemas.microsoft.com/office/drawing/2014/main" id="{F118C9BD-0CF8-4DE8-7D38-5FE6FF563BA3}"/>
              </a:ext>
            </a:extLst>
          </p:cNvPr>
          <p:cNvSpPr>
            <a:spLocks noGrp="1"/>
          </p:cNvSpPr>
          <p:nvPr>
            <p:ph type="sldNum" sz="quarter" idx="10"/>
          </p:nvPr>
        </p:nvSpPr>
        <p:spPr/>
        <p:txBody>
          <a:bodyPr/>
          <a:lstStyle/>
          <a:p>
            <a:fld id="{4EE75B84-B7E0-4C4B-AC9D-894B0C074E7C}" type="slidenum">
              <a:rPr lang="en-PL" smtClean="0"/>
              <a:pPr/>
              <a:t>16</a:t>
            </a:fld>
            <a:endParaRPr lang="en-PL" dirty="0"/>
          </a:p>
        </p:txBody>
      </p:sp>
    </p:spTree>
    <p:extLst>
      <p:ext uri="{BB962C8B-B14F-4D97-AF65-F5344CB8AC3E}">
        <p14:creationId xmlns:p14="http://schemas.microsoft.com/office/powerpoint/2010/main" val="28679621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1FE45-6619-37B8-D9F8-8EF05CCAB984}"/>
              </a:ext>
            </a:extLst>
          </p:cNvPr>
          <p:cNvSpPr>
            <a:spLocks noGrp="1"/>
          </p:cNvSpPr>
          <p:nvPr>
            <p:ph type="title"/>
          </p:nvPr>
        </p:nvSpPr>
        <p:spPr/>
        <p:txBody>
          <a:bodyPr/>
          <a:lstStyle/>
          <a:p>
            <a:endParaRPr lang="en-PL"/>
          </a:p>
        </p:txBody>
      </p:sp>
      <p:sp>
        <p:nvSpPr>
          <p:cNvPr id="3" name="Content Placeholder 2">
            <a:extLst>
              <a:ext uri="{FF2B5EF4-FFF2-40B4-BE49-F238E27FC236}">
                <a16:creationId xmlns:a16="http://schemas.microsoft.com/office/drawing/2014/main" id="{2286089C-AD79-C7F4-C1B9-6F806BBCF2CF}"/>
              </a:ext>
            </a:extLst>
          </p:cNvPr>
          <p:cNvSpPr>
            <a:spLocks noGrp="1"/>
          </p:cNvSpPr>
          <p:nvPr>
            <p:ph idx="1"/>
          </p:nvPr>
        </p:nvSpPr>
        <p:spPr/>
        <p:txBody>
          <a:bodyPr/>
          <a:lstStyle/>
          <a:p>
            <a:endParaRPr lang="en-PL"/>
          </a:p>
        </p:txBody>
      </p:sp>
      <p:sp>
        <p:nvSpPr>
          <p:cNvPr id="4" name="Text Placeholder 3">
            <a:extLst>
              <a:ext uri="{FF2B5EF4-FFF2-40B4-BE49-F238E27FC236}">
                <a16:creationId xmlns:a16="http://schemas.microsoft.com/office/drawing/2014/main" id="{7D235F0C-6990-6D82-C639-1884A8DD0C8D}"/>
              </a:ext>
            </a:extLst>
          </p:cNvPr>
          <p:cNvSpPr>
            <a:spLocks noGrp="1"/>
          </p:cNvSpPr>
          <p:nvPr>
            <p:ph type="body" sz="quarter" idx="11"/>
          </p:nvPr>
        </p:nvSpPr>
        <p:spPr/>
        <p:txBody>
          <a:bodyPr/>
          <a:lstStyle/>
          <a:p>
            <a:endParaRPr lang="en-PL"/>
          </a:p>
        </p:txBody>
      </p:sp>
      <p:sp>
        <p:nvSpPr>
          <p:cNvPr id="5" name="Content Placeholder 4">
            <a:extLst>
              <a:ext uri="{FF2B5EF4-FFF2-40B4-BE49-F238E27FC236}">
                <a16:creationId xmlns:a16="http://schemas.microsoft.com/office/drawing/2014/main" id="{7B673B5F-18E8-3CB0-3C0B-ED139B775C8F}"/>
              </a:ext>
            </a:extLst>
          </p:cNvPr>
          <p:cNvSpPr>
            <a:spLocks noGrp="1"/>
          </p:cNvSpPr>
          <p:nvPr>
            <p:ph idx="13"/>
          </p:nvPr>
        </p:nvSpPr>
        <p:spPr/>
        <p:txBody>
          <a:bodyPr/>
          <a:lstStyle/>
          <a:p>
            <a:endParaRPr lang="en-PL"/>
          </a:p>
        </p:txBody>
      </p:sp>
      <p:sp>
        <p:nvSpPr>
          <p:cNvPr id="6" name="Text Placeholder 5">
            <a:extLst>
              <a:ext uri="{FF2B5EF4-FFF2-40B4-BE49-F238E27FC236}">
                <a16:creationId xmlns:a16="http://schemas.microsoft.com/office/drawing/2014/main" id="{209C333A-4E21-B71A-21FF-68BFA6D1306E}"/>
              </a:ext>
            </a:extLst>
          </p:cNvPr>
          <p:cNvSpPr>
            <a:spLocks noGrp="1"/>
          </p:cNvSpPr>
          <p:nvPr>
            <p:ph type="body" sz="quarter" idx="14"/>
          </p:nvPr>
        </p:nvSpPr>
        <p:spPr/>
        <p:txBody>
          <a:bodyPr/>
          <a:lstStyle/>
          <a:p>
            <a:endParaRPr lang="en-PL"/>
          </a:p>
        </p:txBody>
      </p:sp>
      <p:pic>
        <p:nvPicPr>
          <p:cNvPr id="10" name="Picture Placeholder 9" descr="A person sitting at a desk with a computer&#10;&#10;Description automatically generated">
            <a:extLst>
              <a:ext uri="{FF2B5EF4-FFF2-40B4-BE49-F238E27FC236}">
                <a16:creationId xmlns:a16="http://schemas.microsoft.com/office/drawing/2014/main" id="{26431FA7-5479-ACDF-793A-825E2DB3EC2E}"/>
              </a:ext>
            </a:extLst>
          </p:cNvPr>
          <p:cNvPicPr>
            <a:picLocks noGrp="1" noChangeAspect="1"/>
          </p:cNvPicPr>
          <p:nvPr>
            <p:ph type="pic" sz="quarter" idx="15"/>
          </p:nvPr>
        </p:nvPicPr>
        <p:blipFill>
          <a:blip r:embed="rId2" cstate="email">
            <a:extLst>
              <a:ext uri="{28A0092B-C50C-407E-A947-70E740481C1C}">
                <a14:useLocalDpi xmlns:a14="http://schemas.microsoft.com/office/drawing/2010/main"/>
              </a:ext>
            </a:extLst>
          </a:blip>
          <a:srcRect/>
          <a:stretch>
            <a:fillRect/>
          </a:stretch>
        </p:blipFill>
        <p:spPr/>
      </p:pic>
      <p:pic>
        <p:nvPicPr>
          <p:cNvPr id="12" name="Picture Placeholder 11" descr="A person in front of a computer&#10;&#10;Description automatically generated">
            <a:extLst>
              <a:ext uri="{FF2B5EF4-FFF2-40B4-BE49-F238E27FC236}">
                <a16:creationId xmlns:a16="http://schemas.microsoft.com/office/drawing/2014/main" id="{FB0ECD61-A530-8E80-7EC0-4D24A8105752}"/>
              </a:ext>
            </a:extLst>
          </p:cNvPr>
          <p:cNvPicPr>
            <a:picLocks noGrp="1" noChangeAspect="1"/>
          </p:cNvPicPr>
          <p:nvPr>
            <p:ph type="pic" sz="quarter" idx="16"/>
          </p:nvPr>
        </p:nvPicPr>
        <p:blipFill>
          <a:blip r:embed="rId3" cstate="email">
            <a:extLst>
              <a:ext uri="{28A0092B-C50C-407E-A947-70E740481C1C}">
                <a14:useLocalDpi xmlns:a14="http://schemas.microsoft.com/office/drawing/2010/main"/>
              </a:ext>
            </a:extLst>
          </a:blip>
          <a:srcRect/>
          <a:stretch>
            <a:fillRect/>
          </a:stretch>
        </p:blipFill>
        <p:spPr/>
      </p:pic>
      <p:sp>
        <p:nvSpPr>
          <p:cNvPr id="13" name="Slide Number Placeholder 12">
            <a:extLst>
              <a:ext uri="{FF2B5EF4-FFF2-40B4-BE49-F238E27FC236}">
                <a16:creationId xmlns:a16="http://schemas.microsoft.com/office/drawing/2014/main" id="{299F0E9D-196F-5EA9-06BF-09900CFE5F0F}"/>
              </a:ext>
            </a:extLst>
          </p:cNvPr>
          <p:cNvSpPr>
            <a:spLocks noGrp="1"/>
          </p:cNvSpPr>
          <p:nvPr>
            <p:ph type="sldNum" sz="quarter" idx="10"/>
          </p:nvPr>
        </p:nvSpPr>
        <p:spPr/>
        <p:txBody>
          <a:bodyPr/>
          <a:lstStyle/>
          <a:p>
            <a:fld id="{4EE75B84-B7E0-4C4B-AC9D-894B0C074E7C}" type="slidenum">
              <a:rPr lang="en-PL" smtClean="0"/>
              <a:pPr/>
              <a:t>17</a:t>
            </a:fld>
            <a:endParaRPr lang="en-PL" dirty="0"/>
          </a:p>
        </p:txBody>
      </p:sp>
    </p:spTree>
    <p:extLst>
      <p:ext uri="{BB962C8B-B14F-4D97-AF65-F5344CB8AC3E}">
        <p14:creationId xmlns:p14="http://schemas.microsoft.com/office/powerpoint/2010/main" val="33617792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ECF95-4467-62DB-E560-231028FCDF05}"/>
              </a:ext>
            </a:extLst>
          </p:cNvPr>
          <p:cNvSpPr>
            <a:spLocks noGrp="1"/>
          </p:cNvSpPr>
          <p:nvPr>
            <p:ph type="title"/>
          </p:nvPr>
        </p:nvSpPr>
        <p:spPr/>
        <p:txBody>
          <a:bodyPr/>
          <a:lstStyle/>
          <a:p>
            <a:endParaRPr lang="en-PL" dirty="0"/>
          </a:p>
        </p:txBody>
      </p:sp>
      <p:pic>
        <p:nvPicPr>
          <p:cNvPr id="13" name="Picture Placeholder 12" descr="A person and person looking at a computer&#10;&#10;Description automatically generated">
            <a:extLst>
              <a:ext uri="{FF2B5EF4-FFF2-40B4-BE49-F238E27FC236}">
                <a16:creationId xmlns:a16="http://schemas.microsoft.com/office/drawing/2014/main" id="{C1BD2F80-1444-110F-F291-12E6F51D41C7}"/>
              </a:ext>
            </a:extLst>
          </p:cNvPr>
          <p:cNvPicPr>
            <a:picLocks noGrp="1" noChangeAspect="1"/>
          </p:cNvPicPr>
          <p:nvPr>
            <p:ph type="pic" sz="quarter" idx="19"/>
          </p:nvPr>
        </p:nvPicPr>
        <p:blipFill>
          <a:blip r:embed="rId2" cstate="email">
            <a:extLst>
              <a:ext uri="{28A0092B-C50C-407E-A947-70E740481C1C}">
                <a14:useLocalDpi xmlns:a14="http://schemas.microsoft.com/office/drawing/2010/main"/>
              </a:ext>
            </a:extLst>
          </a:blip>
          <a:srcRect/>
          <a:stretch>
            <a:fillRect/>
          </a:stretch>
        </p:blipFill>
        <p:spPr/>
      </p:pic>
      <p:sp>
        <p:nvSpPr>
          <p:cNvPr id="4" name="Content Placeholder 3">
            <a:extLst>
              <a:ext uri="{FF2B5EF4-FFF2-40B4-BE49-F238E27FC236}">
                <a16:creationId xmlns:a16="http://schemas.microsoft.com/office/drawing/2014/main" id="{71E6BAC8-D3AC-CA3C-3ADB-289BA88CFF5A}"/>
              </a:ext>
            </a:extLst>
          </p:cNvPr>
          <p:cNvSpPr>
            <a:spLocks noGrp="1"/>
          </p:cNvSpPr>
          <p:nvPr>
            <p:ph idx="1"/>
          </p:nvPr>
        </p:nvSpPr>
        <p:spPr/>
        <p:txBody>
          <a:bodyPr/>
          <a:lstStyle/>
          <a:p>
            <a:endParaRPr lang="en-PL"/>
          </a:p>
        </p:txBody>
      </p:sp>
      <p:sp>
        <p:nvSpPr>
          <p:cNvPr id="5" name="Text Placeholder 4">
            <a:extLst>
              <a:ext uri="{FF2B5EF4-FFF2-40B4-BE49-F238E27FC236}">
                <a16:creationId xmlns:a16="http://schemas.microsoft.com/office/drawing/2014/main" id="{1EA0EC1D-0F93-1218-9370-E6FDBBAB1347}"/>
              </a:ext>
            </a:extLst>
          </p:cNvPr>
          <p:cNvSpPr>
            <a:spLocks noGrp="1"/>
          </p:cNvSpPr>
          <p:nvPr>
            <p:ph type="body" sz="quarter" idx="11"/>
          </p:nvPr>
        </p:nvSpPr>
        <p:spPr/>
        <p:txBody>
          <a:bodyPr/>
          <a:lstStyle/>
          <a:p>
            <a:endParaRPr lang="en-PL"/>
          </a:p>
        </p:txBody>
      </p:sp>
      <p:pic>
        <p:nvPicPr>
          <p:cNvPr id="17" name="Picture Placeholder 16" descr="A room with a desk and computer&#10;&#10;Description automatically generated">
            <a:extLst>
              <a:ext uri="{FF2B5EF4-FFF2-40B4-BE49-F238E27FC236}">
                <a16:creationId xmlns:a16="http://schemas.microsoft.com/office/drawing/2014/main" id="{54C22B65-8261-9887-B350-E821F0797F3E}"/>
              </a:ext>
            </a:extLst>
          </p:cNvPr>
          <p:cNvPicPr>
            <a:picLocks noGrp="1" noChangeAspect="1"/>
          </p:cNvPicPr>
          <p:nvPr>
            <p:ph type="pic" sz="quarter" idx="20"/>
          </p:nvPr>
        </p:nvPicPr>
        <p:blipFill>
          <a:blip r:embed="rId3" cstate="email">
            <a:extLst>
              <a:ext uri="{28A0092B-C50C-407E-A947-70E740481C1C}">
                <a14:useLocalDpi xmlns:a14="http://schemas.microsoft.com/office/drawing/2010/main"/>
              </a:ext>
            </a:extLst>
          </a:blip>
          <a:srcRect/>
          <a:stretch>
            <a:fillRect/>
          </a:stretch>
        </p:blipFill>
        <p:spPr/>
      </p:pic>
      <p:sp>
        <p:nvSpPr>
          <p:cNvPr id="7" name="Content Placeholder 6">
            <a:extLst>
              <a:ext uri="{FF2B5EF4-FFF2-40B4-BE49-F238E27FC236}">
                <a16:creationId xmlns:a16="http://schemas.microsoft.com/office/drawing/2014/main" id="{6ADD7636-EDD3-2651-BEF5-24FF3A92ED81}"/>
              </a:ext>
            </a:extLst>
          </p:cNvPr>
          <p:cNvSpPr>
            <a:spLocks noGrp="1"/>
          </p:cNvSpPr>
          <p:nvPr>
            <p:ph idx="21"/>
          </p:nvPr>
        </p:nvSpPr>
        <p:spPr/>
        <p:txBody>
          <a:bodyPr/>
          <a:lstStyle/>
          <a:p>
            <a:endParaRPr lang="en-PL"/>
          </a:p>
        </p:txBody>
      </p:sp>
      <p:sp>
        <p:nvSpPr>
          <p:cNvPr id="8" name="Text Placeholder 7">
            <a:extLst>
              <a:ext uri="{FF2B5EF4-FFF2-40B4-BE49-F238E27FC236}">
                <a16:creationId xmlns:a16="http://schemas.microsoft.com/office/drawing/2014/main" id="{D378885F-DB02-B51F-3743-35465B5F9669}"/>
              </a:ext>
            </a:extLst>
          </p:cNvPr>
          <p:cNvSpPr>
            <a:spLocks noGrp="1"/>
          </p:cNvSpPr>
          <p:nvPr>
            <p:ph type="body" sz="quarter" idx="22"/>
          </p:nvPr>
        </p:nvSpPr>
        <p:spPr/>
        <p:txBody>
          <a:bodyPr/>
          <a:lstStyle/>
          <a:p>
            <a:endParaRPr lang="en-PL"/>
          </a:p>
        </p:txBody>
      </p:sp>
      <p:pic>
        <p:nvPicPr>
          <p:cNvPr id="15" name="Picture Placeholder 14" descr="A person and person looking at a magazine&#10;&#10;Description automatically generated">
            <a:extLst>
              <a:ext uri="{FF2B5EF4-FFF2-40B4-BE49-F238E27FC236}">
                <a16:creationId xmlns:a16="http://schemas.microsoft.com/office/drawing/2014/main" id="{941336B8-36D5-A7A6-058A-8EB5D777B1FB}"/>
              </a:ext>
            </a:extLst>
          </p:cNvPr>
          <p:cNvPicPr>
            <a:picLocks noGrp="1" noChangeAspect="1"/>
          </p:cNvPicPr>
          <p:nvPr>
            <p:ph type="pic" sz="quarter" idx="23"/>
          </p:nvPr>
        </p:nvPicPr>
        <p:blipFill rotWithShape="1">
          <a:blip r:embed="rId4" cstate="email">
            <a:extLst>
              <a:ext uri="{28A0092B-C50C-407E-A947-70E740481C1C}">
                <a14:useLocalDpi xmlns:a14="http://schemas.microsoft.com/office/drawing/2010/main"/>
              </a:ext>
            </a:extLst>
          </a:blip>
          <a:srcRect/>
          <a:stretch/>
        </p:blipFill>
        <p:spPr>
          <a:xfrm>
            <a:off x="4361881" y="1916483"/>
            <a:ext cx="3468241" cy="2088274"/>
          </a:xfrm>
        </p:spPr>
      </p:pic>
      <p:sp>
        <p:nvSpPr>
          <p:cNvPr id="10" name="Content Placeholder 9">
            <a:extLst>
              <a:ext uri="{FF2B5EF4-FFF2-40B4-BE49-F238E27FC236}">
                <a16:creationId xmlns:a16="http://schemas.microsoft.com/office/drawing/2014/main" id="{10F85D50-AB97-F8CD-39A7-06D9212D6CAB}"/>
              </a:ext>
            </a:extLst>
          </p:cNvPr>
          <p:cNvSpPr>
            <a:spLocks noGrp="1"/>
          </p:cNvSpPr>
          <p:nvPr>
            <p:ph idx="24"/>
          </p:nvPr>
        </p:nvSpPr>
        <p:spPr/>
        <p:txBody>
          <a:bodyPr/>
          <a:lstStyle/>
          <a:p>
            <a:endParaRPr lang="en-PL"/>
          </a:p>
        </p:txBody>
      </p:sp>
      <p:sp>
        <p:nvSpPr>
          <p:cNvPr id="11" name="Text Placeholder 10">
            <a:extLst>
              <a:ext uri="{FF2B5EF4-FFF2-40B4-BE49-F238E27FC236}">
                <a16:creationId xmlns:a16="http://schemas.microsoft.com/office/drawing/2014/main" id="{9C5158E3-7B4E-E2E7-E620-0AEA0804BA6C}"/>
              </a:ext>
            </a:extLst>
          </p:cNvPr>
          <p:cNvSpPr>
            <a:spLocks noGrp="1"/>
          </p:cNvSpPr>
          <p:nvPr>
            <p:ph type="body" sz="quarter" idx="25"/>
          </p:nvPr>
        </p:nvSpPr>
        <p:spPr/>
        <p:txBody>
          <a:bodyPr/>
          <a:lstStyle/>
          <a:p>
            <a:endParaRPr lang="en-PL"/>
          </a:p>
        </p:txBody>
      </p:sp>
      <p:sp>
        <p:nvSpPr>
          <p:cNvPr id="18" name="Slide Number Placeholder 17">
            <a:extLst>
              <a:ext uri="{FF2B5EF4-FFF2-40B4-BE49-F238E27FC236}">
                <a16:creationId xmlns:a16="http://schemas.microsoft.com/office/drawing/2014/main" id="{E2484508-1B01-8084-065E-1FFAD8DF3563}"/>
              </a:ext>
            </a:extLst>
          </p:cNvPr>
          <p:cNvSpPr>
            <a:spLocks noGrp="1"/>
          </p:cNvSpPr>
          <p:nvPr>
            <p:ph type="sldNum" sz="quarter" idx="10"/>
          </p:nvPr>
        </p:nvSpPr>
        <p:spPr/>
        <p:txBody>
          <a:bodyPr/>
          <a:lstStyle/>
          <a:p>
            <a:fld id="{4EE75B84-B7E0-4C4B-AC9D-894B0C074E7C}" type="slidenum">
              <a:rPr lang="en-PL" smtClean="0"/>
              <a:pPr/>
              <a:t>18</a:t>
            </a:fld>
            <a:endParaRPr lang="en-PL" dirty="0"/>
          </a:p>
        </p:txBody>
      </p:sp>
    </p:spTree>
    <p:extLst>
      <p:ext uri="{BB962C8B-B14F-4D97-AF65-F5344CB8AC3E}">
        <p14:creationId xmlns:p14="http://schemas.microsoft.com/office/powerpoint/2010/main" val="24922136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58E46-0A03-A260-13FE-8D7B2B7E590E}"/>
              </a:ext>
            </a:extLst>
          </p:cNvPr>
          <p:cNvSpPr>
            <a:spLocks noGrp="1"/>
          </p:cNvSpPr>
          <p:nvPr>
            <p:ph type="title"/>
          </p:nvPr>
        </p:nvSpPr>
        <p:spPr/>
        <p:txBody>
          <a:bodyPr/>
          <a:lstStyle/>
          <a:p>
            <a:endParaRPr lang="en-PL" dirty="0"/>
          </a:p>
        </p:txBody>
      </p:sp>
      <p:sp>
        <p:nvSpPr>
          <p:cNvPr id="3" name="Content Placeholder 2">
            <a:extLst>
              <a:ext uri="{FF2B5EF4-FFF2-40B4-BE49-F238E27FC236}">
                <a16:creationId xmlns:a16="http://schemas.microsoft.com/office/drawing/2014/main" id="{BA554770-CB32-F005-5B30-C5180C5AA266}"/>
              </a:ext>
            </a:extLst>
          </p:cNvPr>
          <p:cNvSpPr>
            <a:spLocks noGrp="1"/>
          </p:cNvSpPr>
          <p:nvPr>
            <p:ph idx="1"/>
          </p:nvPr>
        </p:nvSpPr>
        <p:spPr/>
        <p:txBody>
          <a:bodyPr/>
          <a:lstStyle/>
          <a:p>
            <a:endParaRPr lang="en-PL"/>
          </a:p>
        </p:txBody>
      </p:sp>
      <p:sp>
        <p:nvSpPr>
          <p:cNvPr id="4" name="Text Placeholder 3">
            <a:extLst>
              <a:ext uri="{FF2B5EF4-FFF2-40B4-BE49-F238E27FC236}">
                <a16:creationId xmlns:a16="http://schemas.microsoft.com/office/drawing/2014/main" id="{30F9CD89-A90C-3859-8633-1CF0625479E4}"/>
              </a:ext>
            </a:extLst>
          </p:cNvPr>
          <p:cNvSpPr>
            <a:spLocks noGrp="1"/>
          </p:cNvSpPr>
          <p:nvPr>
            <p:ph type="body" sz="quarter" idx="11"/>
          </p:nvPr>
        </p:nvSpPr>
        <p:spPr/>
        <p:txBody>
          <a:bodyPr/>
          <a:lstStyle/>
          <a:p>
            <a:endParaRPr lang="en-PL"/>
          </a:p>
        </p:txBody>
      </p:sp>
      <p:pic>
        <p:nvPicPr>
          <p:cNvPr id="16" name="Picture Placeholder 15" descr="A statue of a superhero in a room&#10;&#10;Description automatically generated">
            <a:extLst>
              <a:ext uri="{FF2B5EF4-FFF2-40B4-BE49-F238E27FC236}">
                <a16:creationId xmlns:a16="http://schemas.microsoft.com/office/drawing/2014/main" id="{16CD82B0-7452-66D4-129B-3F891B1DF16E}"/>
              </a:ext>
            </a:extLst>
          </p:cNvPr>
          <p:cNvPicPr>
            <a:picLocks noGrp="1" noChangeAspect="1"/>
          </p:cNvPicPr>
          <p:nvPr>
            <p:ph type="pic" sz="quarter" idx="12"/>
          </p:nvPr>
        </p:nvPicPr>
        <p:blipFill rotWithShape="1">
          <a:blip r:embed="rId2" cstate="email">
            <a:extLst>
              <a:ext uri="{28A0092B-C50C-407E-A947-70E740481C1C}">
                <a14:useLocalDpi xmlns:a14="http://schemas.microsoft.com/office/drawing/2010/main"/>
              </a:ext>
            </a:extLst>
          </a:blip>
          <a:srcRect/>
          <a:stretch/>
        </p:blipFill>
        <p:spPr>
          <a:xfrm>
            <a:off x="550863" y="1690689"/>
            <a:ext cx="2479417" cy="1291051"/>
          </a:xfrm>
        </p:spPr>
      </p:pic>
      <p:sp>
        <p:nvSpPr>
          <p:cNvPr id="6" name="Content Placeholder 5">
            <a:extLst>
              <a:ext uri="{FF2B5EF4-FFF2-40B4-BE49-F238E27FC236}">
                <a16:creationId xmlns:a16="http://schemas.microsoft.com/office/drawing/2014/main" id="{932FE4C2-1A9C-F88B-A0EF-50B24B014978}"/>
              </a:ext>
            </a:extLst>
          </p:cNvPr>
          <p:cNvSpPr>
            <a:spLocks noGrp="1"/>
          </p:cNvSpPr>
          <p:nvPr>
            <p:ph idx="13"/>
          </p:nvPr>
        </p:nvSpPr>
        <p:spPr/>
        <p:txBody>
          <a:bodyPr/>
          <a:lstStyle/>
          <a:p>
            <a:endParaRPr lang="en-PL"/>
          </a:p>
        </p:txBody>
      </p:sp>
      <p:sp>
        <p:nvSpPr>
          <p:cNvPr id="7" name="Text Placeholder 6">
            <a:extLst>
              <a:ext uri="{FF2B5EF4-FFF2-40B4-BE49-F238E27FC236}">
                <a16:creationId xmlns:a16="http://schemas.microsoft.com/office/drawing/2014/main" id="{DEA7A1D8-C4BE-F852-B232-D986DBAC40DD}"/>
              </a:ext>
            </a:extLst>
          </p:cNvPr>
          <p:cNvSpPr>
            <a:spLocks noGrp="1"/>
          </p:cNvSpPr>
          <p:nvPr>
            <p:ph type="body" sz="quarter" idx="14"/>
          </p:nvPr>
        </p:nvSpPr>
        <p:spPr/>
        <p:txBody>
          <a:bodyPr/>
          <a:lstStyle/>
          <a:p>
            <a:endParaRPr lang="en-PL"/>
          </a:p>
        </p:txBody>
      </p:sp>
      <p:pic>
        <p:nvPicPr>
          <p:cNvPr id="22" name="Picture Placeholder 21" descr="A group of people in a room with signs on the glass&#10;&#10;Description automatically generated">
            <a:extLst>
              <a:ext uri="{FF2B5EF4-FFF2-40B4-BE49-F238E27FC236}">
                <a16:creationId xmlns:a16="http://schemas.microsoft.com/office/drawing/2014/main" id="{6DFE89C7-3892-CA28-2F35-9195D63B93F4}"/>
              </a:ext>
            </a:extLst>
          </p:cNvPr>
          <p:cNvPicPr>
            <a:picLocks noGrp="1" noChangeAspect="1"/>
          </p:cNvPicPr>
          <p:nvPr>
            <p:ph type="pic" sz="quarter" idx="15"/>
          </p:nvPr>
        </p:nvPicPr>
        <p:blipFill>
          <a:blip r:embed="rId3" cstate="email">
            <a:extLst>
              <a:ext uri="{28A0092B-C50C-407E-A947-70E740481C1C}">
                <a14:useLocalDpi xmlns:a14="http://schemas.microsoft.com/office/drawing/2010/main"/>
              </a:ext>
            </a:extLst>
          </a:blip>
          <a:srcRect/>
          <a:stretch>
            <a:fillRect/>
          </a:stretch>
        </p:blipFill>
        <p:spPr/>
      </p:pic>
      <p:sp>
        <p:nvSpPr>
          <p:cNvPr id="9" name="Content Placeholder 8">
            <a:extLst>
              <a:ext uri="{FF2B5EF4-FFF2-40B4-BE49-F238E27FC236}">
                <a16:creationId xmlns:a16="http://schemas.microsoft.com/office/drawing/2014/main" id="{6864C5A4-D3C8-5F7F-9548-6B702210ED87}"/>
              </a:ext>
            </a:extLst>
          </p:cNvPr>
          <p:cNvSpPr>
            <a:spLocks noGrp="1"/>
          </p:cNvSpPr>
          <p:nvPr>
            <p:ph idx="16"/>
          </p:nvPr>
        </p:nvSpPr>
        <p:spPr/>
        <p:txBody>
          <a:bodyPr/>
          <a:lstStyle/>
          <a:p>
            <a:endParaRPr lang="en-PL"/>
          </a:p>
        </p:txBody>
      </p:sp>
      <p:sp>
        <p:nvSpPr>
          <p:cNvPr id="10" name="Text Placeholder 9">
            <a:extLst>
              <a:ext uri="{FF2B5EF4-FFF2-40B4-BE49-F238E27FC236}">
                <a16:creationId xmlns:a16="http://schemas.microsoft.com/office/drawing/2014/main" id="{1B3B2990-F1F7-21CF-2DA7-A3A6A046438C}"/>
              </a:ext>
            </a:extLst>
          </p:cNvPr>
          <p:cNvSpPr>
            <a:spLocks noGrp="1"/>
          </p:cNvSpPr>
          <p:nvPr>
            <p:ph type="body" sz="quarter" idx="17"/>
          </p:nvPr>
        </p:nvSpPr>
        <p:spPr/>
        <p:txBody>
          <a:bodyPr/>
          <a:lstStyle/>
          <a:p>
            <a:endParaRPr lang="en-PL"/>
          </a:p>
        </p:txBody>
      </p:sp>
      <p:pic>
        <p:nvPicPr>
          <p:cNvPr id="18" name="Picture Placeholder 17" descr="A room with a colorful wall and chairs&#10;&#10;Description automatically generated">
            <a:extLst>
              <a:ext uri="{FF2B5EF4-FFF2-40B4-BE49-F238E27FC236}">
                <a16:creationId xmlns:a16="http://schemas.microsoft.com/office/drawing/2014/main" id="{B8EB47F6-96BF-1616-1E75-3DFDD5DFDEEE}"/>
              </a:ext>
            </a:extLst>
          </p:cNvPr>
          <p:cNvPicPr>
            <a:picLocks noGrp="1" noChangeAspect="1"/>
          </p:cNvPicPr>
          <p:nvPr>
            <p:ph type="pic" sz="quarter" idx="18"/>
          </p:nvPr>
        </p:nvPicPr>
        <p:blipFill>
          <a:blip r:embed="rId4" cstate="email">
            <a:extLst>
              <a:ext uri="{28A0092B-C50C-407E-A947-70E740481C1C}">
                <a14:useLocalDpi xmlns:a14="http://schemas.microsoft.com/office/drawing/2010/main"/>
              </a:ext>
            </a:extLst>
          </a:blip>
          <a:srcRect/>
          <a:stretch>
            <a:fillRect/>
          </a:stretch>
        </p:blipFill>
        <p:spPr/>
      </p:pic>
      <p:sp>
        <p:nvSpPr>
          <p:cNvPr id="12" name="Content Placeholder 11">
            <a:extLst>
              <a:ext uri="{FF2B5EF4-FFF2-40B4-BE49-F238E27FC236}">
                <a16:creationId xmlns:a16="http://schemas.microsoft.com/office/drawing/2014/main" id="{BC37B8B8-0EAD-0A4D-44C6-6ADDCDB0F57A}"/>
              </a:ext>
            </a:extLst>
          </p:cNvPr>
          <p:cNvSpPr>
            <a:spLocks noGrp="1"/>
          </p:cNvSpPr>
          <p:nvPr>
            <p:ph idx="19"/>
          </p:nvPr>
        </p:nvSpPr>
        <p:spPr/>
        <p:txBody>
          <a:bodyPr/>
          <a:lstStyle/>
          <a:p>
            <a:endParaRPr lang="en-PL"/>
          </a:p>
        </p:txBody>
      </p:sp>
      <p:sp>
        <p:nvSpPr>
          <p:cNvPr id="13" name="Text Placeholder 12">
            <a:extLst>
              <a:ext uri="{FF2B5EF4-FFF2-40B4-BE49-F238E27FC236}">
                <a16:creationId xmlns:a16="http://schemas.microsoft.com/office/drawing/2014/main" id="{89D9C9F9-8AB2-C9AE-FAE9-DEB52DCFDF0E}"/>
              </a:ext>
            </a:extLst>
          </p:cNvPr>
          <p:cNvSpPr>
            <a:spLocks noGrp="1"/>
          </p:cNvSpPr>
          <p:nvPr>
            <p:ph type="body" sz="quarter" idx="20"/>
          </p:nvPr>
        </p:nvSpPr>
        <p:spPr/>
        <p:txBody>
          <a:bodyPr/>
          <a:lstStyle/>
          <a:p>
            <a:endParaRPr lang="en-PL"/>
          </a:p>
        </p:txBody>
      </p:sp>
      <p:pic>
        <p:nvPicPr>
          <p:cNvPr id="20" name="Picture Placeholder 19" descr="A person typing on a computer&#10;&#10;Description automatically generated">
            <a:extLst>
              <a:ext uri="{FF2B5EF4-FFF2-40B4-BE49-F238E27FC236}">
                <a16:creationId xmlns:a16="http://schemas.microsoft.com/office/drawing/2014/main" id="{B3CCBCDA-139C-F3E2-D230-930C4F2FC388}"/>
              </a:ext>
            </a:extLst>
          </p:cNvPr>
          <p:cNvPicPr>
            <a:picLocks noGrp="1" noChangeAspect="1"/>
          </p:cNvPicPr>
          <p:nvPr>
            <p:ph type="pic" sz="quarter" idx="21"/>
          </p:nvPr>
        </p:nvPicPr>
        <p:blipFill>
          <a:blip r:embed="rId5" cstate="email">
            <a:extLst>
              <a:ext uri="{28A0092B-C50C-407E-A947-70E740481C1C}">
                <a14:useLocalDpi xmlns:a14="http://schemas.microsoft.com/office/drawing/2010/main"/>
              </a:ext>
            </a:extLst>
          </a:blip>
          <a:srcRect/>
          <a:stretch>
            <a:fillRect/>
          </a:stretch>
        </p:blipFill>
        <p:spPr/>
      </p:pic>
      <p:sp>
        <p:nvSpPr>
          <p:cNvPr id="23" name="Slide Number Placeholder 22">
            <a:extLst>
              <a:ext uri="{FF2B5EF4-FFF2-40B4-BE49-F238E27FC236}">
                <a16:creationId xmlns:a16="http://schemas.microsoft.com/office/drawing/2014/main" id="{97A17485-3199-19AA-33EC-8B1C6516B56C}"/>
              </a:ext>
            </a:extLst>
          </p:cNvPr>
          <p:cNvSpPr>
            <a:spLocks noGrp="1"/>
          </p:cNvSpPr>
          <p:nvPr>
            <p:ph type="sldNum" sz="quarter" idx="10"/>
          </p:nvPr>
        </p:nvSpPr>
        <p:spPr/>
        <p:txBody>
          <a:bodyPr/>
          <a:lstStyle/>
          <a:p>
            <a:fld id="{4EE75B84-B7E0-4C4B-AC9D-894B0C074E7C}" type="slidenum">
              <a:rPr lang="en-PL" smtClean="0"/>
              <a:pPr/>
              <a:t>19</a:t>
            </a:fld>
            <a:endParaRPr lang="en-PL" dirty="0"/>
          </a:p>
        </p:txBody>
      </p:sp>
    </p:spTree>
    <p:extLst>
      <p:ext uri="{BB962C8B-B14F-4D97-AF65-F5344CB8AC3E}">
        <p14:creationId xmlns:p14="http://schemas.microsoft.com/office/powerpoint/2010/main" val="33006753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7523D-84E7-06AB-3EFB-8594B9555D4D}"/>
              </a:ext>
            </a:extLst>
          </p:cNvPr>
          <p:cNvSpPr>
            <a:spLocks noGrp="1"/>
          </p:cNvSpPr>
          <p:nvPr>
            <p:ph type="title"/>
          </p:nvPr>
        </p:nvSpPr>
        <p:spPr/>
        <p:txBody>
          <a:bodyPr/>
          <a:lstStyle/>
          <a:p>
            <a:endParaRPr lang="en-GB"/>
          </a:p>
        </p:txBody>
      </p:sp>
      <p:sp>
        <p:nvSpPr>
          <p:cNvPr id="3" name="Slide Number Placeholder 2">
            <a:extLst>
              <a:ext uri="{FF2B5EF4-FFF2-40B4-BE49-F238E27FC236}">
                <a16:creationId xmlns:a16="http://schemas.microsoft.com/office/drawing/2014/main" id="{20782844-34EE-FC09-E7D9-83F9660A4757}"/>
              </a:ext>
            </a:extLst>
          </p:cNvPr>
          <p:cNvSpPr>
            <a:spLocks noGrp="1"/>
          </p:cNvSpPr>
          <p:nvPr>
            <p:ph type="sldNum" sz="quarter" idx="10"/>
          </p:nvPr>
        </p:nvSpPr>
        <p:spPr/>
        <p:txBody>
          <a:bodyPr/>
          <a:lstStyle/>
          <a:p>
            <a:fld id="{4EE75B84-B7E0-4C4B-AC9D-894B0C074E7C}" type="slidenum">
              <a:rPr lang="en-PL" smtClean="0"/>
              <a:pPr/>
              <a:t>20</a:t>
            </a:fld>
            <a:endParaRPr lang="en-PL" dirty="0"/>
          </a:p>
        </p:txBody>
      </p:sp>
      <p:sp>
        <p:nvSpPr>
          <p:cNvPr id="4" name="Content Placeholder 3">
            <a:extLst>
              <a:ext uri="{FF2B5EF4-FFF2-40B4-BE49-F238E27FC236}">
                <a16:creationId xmlns:a16="http://schemas.microsoft.com/office/drawing/2014/main" id="{B104FB53-575A-B6EC-0DB7-4D9C16BFD6C0}"/>
              </a:ext>
            </a:extLst>
          </p:cNvPr>
          <p:cNvSpPr>
            <a:spLocks noGrp="1"/>
          </p:cNvSpPr>
          <p:nvPr>
            <p:ph idx="1"/>
          </p:nvPr>
        </p:nvSpPr>
        <p:spPr/>
        <p:txBody>
          <a:bodyPr/>
          <a:lstStyle/>
          <a:p>
            <a:endParaRPr lang="en-GB"/>
          </a:p>
        </p:txBody>
      </p:sp>
      <p:sp>
        <p:nvSpPr>
          <p:cNvPr id="5" name="Text Placeholder 4">
            <a:extLst>
              <a:ext uri="{FF2B5EF4-FFF2-40B4-BE49-F238E27FC236}">
                <a16:creationId xmlns:a16="http://schemas.microsoft.com/office/drawing/2014/main" id="{0E548A36-9851-3D05-8213-3DFBDA8962B0}"/>
              </a:ext>
            </a:extLst>
          </p:cNvPr>
          <p:cNvSpPr>
            <a:spLocks noGrp="1"/>
          </p:cNvSpPr>
          <p:nvPr>
            <p:ph type="body" sz="quarter" idx="11"/>
          </p:nvPr>
        </p:nvSpPr>
        <p:spPr/>
        <p:txBody>
          <a:bodyPr/>
          <a:lstStyle/>
          <a:p>
            <a:endParaRPr lang="en-GB"/>
          </a:p>
        </p:txBody>
      </p:sp>
      <p:pic>
        <p:nvPicPr>
          <p:cNvPr id="8" name="Picture Placeholder 7" descr="A group of people playing a board game&#10;&#10;Description automatically generated">
            <a:extLst>
              <a:ext uri="{FF2B5EF4-FFF2-40B4-BE49-F238E27FC236}">
                <a16:creationId xmlns:a16="http://schemas.microsoft.com/office/drawing/2014/main" id="{AFEF3787-86B6-B138-FCF9-251738B1F085}"/>
              </a:ext>
            </a:extLst>
          </p:cNvPr>
          <p:cNvPicPr>
            <a:picLocks noGrp="1" noChangeAspect="1"/>
          </p:cNvPicPr>
          <p:nvPr>
            <p:ph type="pic" sz="quarter" idx="12"/>
          </p:nvPr>
        </p:nvPicPr>
        <p:blipFill>
          <a:blip r:embed="rId2" cstate="email">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27165332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9B9FD-C595-CAB9-5852-F808FB24B172}"/>
              </a:ext>
            </a:extLst>
          </p:cNvPr>
          <p:cNvSpPr>
            <a:spLocks noGrp="1"/>
          </p:cNvSpPr>
          <p:nvPr>
            <p:ph type="title"/>
          </p:nvPr>
        </p:nvSpPr>
        <p:spPr/>
        <p:txBody>
          <a:bodyPr/>
          <a:lstStyle/>
          <a:p>
            <a:endParaRPr lang="en-GB"/>
          </a:p>
        </p:txBody>
      </p:sp>
      <p:sp>
        <p:nvSpPr>
          <p:cNvPr id="3" name="Slide Number Placeholder 2">
            <a:extLst>
              <a:ext uri="{FF2B5EF4-FFF2-40B4-BE49-F238E27FC236}">
                <a16:creationId xmlns:a16="http://schemas.microsoft.com/office/drawing/2014/main" id="{05451A9F-B426-59AE-D824-1D9A23875330}"/>
              </a:ext>
            </a:extLst>
          </p:cNvPr>
          <p:cNvSpPr>
            <a:spLocks noGrp="1"/>
          </p:cNvSpPr>
          <p:nvPr>
            <p:ph type="sldNum" sz="quarter" idx="10"/>
          </p:nvPr>
        </p:nvSpPr>
        <p:spPr/>
        <p:txBody>
          <a:bodyPr/>
          <a:lstStyle/>
          <a:p>
            <a:fld id="{4EE75B84-B7E0-4C4B-AC9D-894B0C074E7C}" type="slidenum">
              <a:rPr lang="en-PL" smtClean="0"/>
              <a:pPr/>
              <a:t>21</a:t>
            </a:fld>
            <a:endParaRPr lang="en-PL" dirty="0"/>
          </a:p>
        </p:txBody>
      </p:sp>
      <p:sp>
        <p:nvSpPr>
          <p:cNvPr id="4" name="Content Placeholder 3">
            <a:extLst>
              <a:ext uri="{FF2B5EF4-FFF2-40B4-BE49-F238E27FC236}">
                <a16:creationId xmlns:a16="http://schemas.microsoft.com/office/drawing/2014/main" id="{634D0D9C-CB61-FAD9-543A-D23DEB604531}"/>
              </a:ext>
            </a:extLst>
          </p:cNvPr>
          <p:cNvSpPr>
            <a:spLocks noGrp="1"/>
          </p:cNvSpPr>
          <p:nvPr>
            <p:ph idx="1"/>
          </p:nvPr>
        </p:nvSpPr>
        <p:spPr/>
        <p:txBody>
          <a:bodyPr/>
          <a:lstStyle/>
          <a:p>
            <a:endParaRPr lang="en-GB"/>
          </a:p>
        </p:txBody>
      </p:sp>
      <p:sp>
        <p:nvSpPr>
          <p:cNvPr id="5" name="Text Placeholder 4">
            <a:extLst>
              <a:ext uri="{FF2B5EF4-FFF2-40B4-BE49-F238E27FC236}">
                <a16:creationId xmlns:a16="http://schemas.microsoft.com/office/drawing/2014/main" id="{E0F39222-4FE4-E664-58F6-CA884B1B62C3}"/>
              </a:ext>
            </a:extLst>
          </p:cNvPr>
          <p:cNvSpPr>
            <a:spLocks noGrp="1"/>
          </p:cNvSpPr>
          <p:nvPr>
            <p:ph type="body" sz="quarter" idx="11"/>
          </p:nvPr>
        </p:nvSpPr>
        <p:spPr/>
        <p:txBody>
          <a:bodyPr/>
          <a:lstStyle/>
          <a:p>
            <a:endParaRPr lang="en-GB"/>
          </a:p>
        </p:txBody>
      </p:sp>
      <p:pic>
        <p:nvPicPr>
          <p:cNvPr id="8" name="Picture Placeholder 7" descr="A movie poster and a camera&#10;&#10;Description automatically generated">
            <a:extLst>
              <a:ext uri="{FF2B5EF4-FFF2-40B4-BE49-F238E27FC236}">
                <a16:creationId xmlns:a16="http://schemas.microsoft.com/office/drawing/2014/main" id="{4FDC0F9A-8749-750C-4E42-49C97E71E69C}"/>
              </a:ext>
            </a:extLst>
          </p:cNvPr>
          <p:cNvPicPr>
            <a:picLocks noGrp="1" noChangeAspect="1"/>
          </p:cNvPicPr>
          <p:nvPr>
            <p:ph type="pic" sz="quarter" idx="12"/>
          </p:nvPr>
        </p:nvPicPr>
        <p:blipFill rotWithShape="1">
          <a:blip r:embed="rId2" cstate="email">
            <a:extLst>
              <a:ext uri="{28A0092B-C50C-407E-A947-70E740481C1C}">
                <a14:useLocalDpi xmlns:a14="http://schemas.microsoft.com/office/drawing/2010/main"/>
              </a:ext>
            </a:extLst>
          </a:blip>
          <a:srcRect/>
          <a:stretch/>
        </p:blipFill>
        <p:spPr>
          <a:xfrm>
            <a:off x="962833" y="2003126"/>
            <a:ext cx="4217369" cy="4320742"/>
          </a:xfrm>
        </p:spPr>
      </p:pic>
    </p:spTree>
    <p:extLst>
      <p:ext uri="{BB962C8B-B14F-4D97-AF65-F5344CB8AC3E}">
        <p14:creationId xmlns:p14="http://schemas.microsoft.com/office/powerpoint/2010/main" val="2962598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3D63F-D860-97C2-2F1B-BBBC41187B63}"/>
              </a:ext>
            </a:extLst>
          </p:cNvPr>
          <p:cNvSpPr>
            <a:spLocks noGrp="1"/>
          </p:cNvSpPr>
          <p:nvPr>
            <p:ph type="title"/>
          </p:nvPr>
        </p:nvSpPr>
        <p:spPr/>
        <p:txBody>
          <a:bodyPr/>
          <a:lstStyle/>
          <a:p>
            <a:endParaRPr lang="en-GB"/>
          </a:p>
        </p:txBody>
      </p:sp>
      <p:sp>
        <p:nvSpPr>
          <p:cNvPr id="3" name="Slide Number Placeholder 2">
            <a:extLst>
              <a:ext uri="{FF2B5EF4-FFF2-40B4-BE49-F238E27FC236}">
                <a16:creationId xmlns:a16="http://schemas.microsoft.com/office/drawing/2014/main" id="{2DE0E682-794C-B679-C9FB-260E5CA70FF6}"/>
              </a:ext>
            </a:extLst>
          </p:cNvPr>
          <p:cNvSpPr>
            <a:spLocks noGrp="1"/>
          </p:cNvSpPr>
          <p:nvPr>
            <p:ph type="sldNum" sz="quarter" idx="10"/>
          </p:nvPr>
        </p:nvSpPr>
        <p:spPr/>
        <p:txBody>
          <a:bodyPr/>
          <a:lstStyle/>
          <a:p>
            <a:fld id="{4EE75B84-B7E0-4C4B-AC9D-894B0C074E7C}" type="slidenum">
              <a:rPr lang="en-PL" smtClean="0"/>
              <a:pPr/>
              <a:t>22</a:t>
            </a:fld>
            <a:endParaRPr lang="en-PL" dirty="0"/>
          </a:p>
        </p:txBody>
      </p:sp>
      <p:sp>
        <p:nvSpPr>
          <p:cNvPr id="4" name="Content Placeholder 3">
            <a:extLst>
              <a:ext uri="{FF2B5EF4-FFF2-40B4-BE49-F238E27FC236}">
                <a16:creationId xmlns:a16="http://schemas.microsoft.com/office/drawing/2014/main" id="{1A78F743-70C0-8CEF-0E2B-FDC3250CD85A}"/>
              </a:ext>
            </a:extLst>
          </p:cNvPr>
          <p:cNvSpPr>
            <a:spLocks noGrp="1"/>
          </p:cNvSpPr>
          <p:nvPr>
            <p:ph idx="1"/>
          </p:nvPr>
        </p:nvSpPr>
        <p:spPr/>
        <p:txBody>
          <a:bodyPr/>
          <a:lstStyle/>
          <a:p>
            <a:endParaRPr lang="en-GB"/>
          </a:p>
        </p:txBody>
      </p:sp>
      <p:sp>
        <p:nvSpPr>
          <p:cNvPr id="5" name="Text Placeholder 4">
            <a:extLst>
              <a:ext uri="{FF2B5EF4-FFF2-40B4-BE49-F238E27FC236}">
                <a16:creationId xmlns:a16="http://schemas.microsoft.com/office/drawing/2014/main" id="{08656471-2917-75C6-0906-A64E2E2D4E01}"/>
              </a:ext>
            </a:extLst>
          </p:cNvPr>
          <p:cNvSpPr>
            <a:spLocks noGrp="1"/>
          </p:cNvSpPr>
          <p:nvPr>
            <p:ph type="body" sz="quarter" idx="11"/>
          </p:nvPr>
        </p:nvSpPr>
        <p:spPr/>
        <p:txBody>
          <a:bodyPr/>
          <a:lstStyle/>
          <a:p>
            <a:endParaRPr lang="en-GB"/>
          </a:p>
        </p:txBody>
      </p:sp>
      <p:pic>
        <p:nvPicPr>
          <p:cNvPr id="8" name="Picture Placeholder 7" descr="A room with a table and chairs and a bicycle&#10;&#10;Description automatically generated">
            <a:extLst>
              <a:ext uri="{FF2B5EF4-FFF2-40B4-BE49-F238E27FC236}">
                <a16:creationId xmlns:a16="http://schemas.microsoft.com/office/drawing/2014/main" id="{B53D7B11-25BE-1F0E-DEA6-3DDCC898CF84}"/>
              </a:ext>
            </a:extLst>
          </p:cNvPr>
          <p:cNvPicPr>
            <a:picLocks noGrp="1" noChangeAspect="1"/>
          </p:cNvPicPr>
          <p:nvPr>
            <p:ph type="pic" sz="quarter" idx="12"/>
          </p:nvPr>
        </p:nvPicPr>
        <p:blipFill>
          <a:blip r:embed="rId2" cstate="email">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19489428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9C937-0324-A5B7-B60B-79947EDC8467}"/>
              </a:ext>
            </a:extLst>
          </p:cNvPr>
          <p:cNvSpPr>
            <a:spLocks noGrp="1"/>
          </p:cNvSpPr>
          <p:nvPr>
            <p:ph type="title"/>
          </p:nvPr>
        </p:nvSpPr>
        <p:spPr/>
        <p:txBody>
          <a:bodyPr/>
          <a:lstStyle/>
          <a:p>
            <a:endParaRPr lang="en-GB"/>
          </a:p>
        </p:txBody>
      </p:sp>
      <p:sp>
        <p:nvSpPr>
          <p:cNvPr id="3" name="Slide Number Placeholder 2">
            <a:extLst>
              <a:ext uri="{FF2B5EF4-FFF2-40B4-BE49-F238E27FC236}">
                <a16:creationId xmlns:a16="http://schemas.microsoft.com/office/drawing/2014/main" id="{D8CA6E5C-1327-ABD2-808F-73CCB6ED0D46}"/>
              </a:ext>
            </a:extLst>
          </p:cNvPr>
          <p:cNvSpPr>
            <a:spLocks noGrp="1"/>
          </p:cNvSpPr>
          <p:nvPr>
            <p:ph type="sldNum" sz="quarter" idx="10"/>
          </p:nvPr>
        </p:nvSpPr>
        <p:spPr/>
        <p:txBody>
          <a:bodyPr/>
          <a:lstStyle/>
          <a:p>
            <a:fld id="{4EE75B84-B7E0-4C4B-AC9D-894B0C074E7C}" type="slidenum">
              <a:rPr lang="en-PL" smtClean="0"/>
              <a:pPr/>
              <a:t>23</a:t>
            </a:fld>
            <a:endParaRPr lang="en-PL" dirty="0"/>
          </a:p>
        </p:txBody>
      </p:sp>
      <p:sp>
        <p:nvSpPr>
          <p:cNvPr id="4" name="Content Placeholder 3">
            <a:extLst>
              <a:ext uri="{FF2B5EF4-FFF2-40B4-BE49-F238E27FC236}">
                <a16:creationId xmlns:a16="http://schemas.microsoft.com/office/drawing/2014/main" id="{CFA47315-06B1-4106-3CF6-39AD77C9923F}"/>
              </a:ext>
            </a:extLst>
          </p:cNvPr>
          <p:cNvSpPr>
            <a:spLocks noGrp="1"/>
          </p:cNvSpPr>
          <p:nvPr>
            <p:ph idx="1"/>
          </p:nvPr>
        </p:nvSpPr>
        <p:spPr/>
        <p:txBody>
          <a:bodyPr/>
          <a:lstStyle/>
          <a:p>
            <a:endParaRPr lang="en-GB"/>
          </a:p>
        </p:txBody>
      </p:sp>
      <p:sp>
        <p:nvSpPr>
          <p:cNvPr id="5" name="Text Placeholder 4">
            <a:extLst>
              <a:ext uri="{FF2B5EF4-FFF2-40B4-BE49-F238E27FC236}">
                <a16:creationId xmlns:a16="http://schemas.microsoft.com/office/drawing/2014/main" id="{74740510-0CE0-D97E-6C8D-6D40BF799C59}"/>
              </a:ext>
            </a:extLst>
          </p:cNvPr>
          <p:cNvSpPr>
            <a:spLocks noGrp="1"/>
          </p:cNvSpPr>
          <p:nvPr>
            <p:ph type="body" sz="quarter" idx="11"/>
          </p:nvPr>
        </p:nvSpPr>
        <p:spPr/>
        <p:txBody>
          <a:bodyPr/>
          <a:lstStyle/>
          <a:p>
            <a:endParaRPr lang="en-GB"/>
          </a:p>
        </p:txBody>
      </p:sp>
      <p:pic>
        <p:nvPicPr>
          <p:cNvPr id="8" name="Picture Placeholder 7" descr="A person sitting on the floor using a computer&#10;&#10;Description automatically generated">
            <a:extLst>
              <a:ext uri="{FF2B5EF4-FFF2-40B4-BE49-F238E27FC236}">
                <a16:creationId xmlns:a16="http://schemas.microsoft.com/office/drawing/2014/main" id="{A6BC5A80-2748-6C9F-7963-6AE825D1C67B}"/>
              </a:ext>
            </a:extLst>
          </p:cNvPr>
          <p:cNvPicPr>
            <a:picLocks noGrp="1" noChangeAspect="1"/>
          </p:cNvPicPr>
          <p:nvPr>
            <p:ph type="pic" sz="quarter" idx="12"/>
          </p:nvPr>
        </p:nvPicPr>
        <p:blipFill>
          <a:blip r:embed="rId2" cstate="email">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17777416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CFEE4-D2E8-94EE-2DA7-7489AFFE2957}"/>
              </a:ext>
            </a:extLst>
          </p:cNvPr>
          <p:cNvSpPr>
            <a:spLocks noGrp="1"/>
          </p:cNvSpPr>
          <p:nvPr>
            <p:ph type="title"/>
          </p:nvPr>
        </p:nvSpPr>
        <p:spPr/>
        <p:txBody>
          <a:bodyPr/>
          <a:lstStyle/>
          <a:p>
            <a:endParaRPr lang="en-GB"/>
          </a:p>
        </p:txBody>
      </p:sp>
      <p:sp>
        <p:nvSpPr>
          <p:cNvPr id="3" name="Slide Number Placeholder 2">
            <a:extLst>
              <a:ext uri="{FF2B5EF4-FFF2-40B4-BE49-F238E27FC236}">
                <a16:creationId xmlns:a16="http://schemas.microsoft.com/office/drawing/2014/main" id="{F584265F-B654-24A8-E320-A694E3649AED}"/>
              </a:ext>
            </a:extLst>
          </p:cNvPr>
          <p:cNvSpPr>
            <a:spLocks noGrp="1"/>
          </p:cNvSpPr>
          <p:nvPr>
            <p:ph type="sldNum" sz="quarter" idx="10"/>
          </p:nvPr>
        </p:nvSpPr>
        <p:spPr/>
        <p:txBody>
          <a:bodyPr/>
          <a:lstStyle/>
          <a:p>
            <a:fld id="{4EE75B84-B7E0-4C4B-AC9D-894B0C074E7C}" type="slidenum">
              <a:rPr lang="en-PL" smtClean="0"/>
              <a:pPr/>
              <a:t>24</a:t>
            </a:fld>
            <a:endParaRPr lang="en-PL" dirty="0"/>
          </a:p>
        </p:txBody>
      </p:sp>
      <p:sp>
        <p:nvSpPr>
          <p:cNvPr id="4" name="Content Placeholder 3">
            <a:extLst>
              <a:ext uri="{FF2B5EF4-FFF2-40B4-BE49-F238E27FC236}">
                <a16:creationId xmlns:a16="http://schemas.microsoft.com/office/drawing/2014/main" id="{CC429F95-7482-3F59-0E62-27C8776C2E04}"/>
              </a:ext>
            </a:extLst>
          </p:cNvPr>
          <p:cNvSpPr>
            <a:spLocks noGrp="1"/>
          </p:cNvSpPr>
          <p:nvPr>
            <p:ph idx="1"/>
          </p:nvPr>
        </p:nvSpPr>
        <p:spPr/>
        <p:txBody>
          <a:bodyPr/>
          <a:lstStyle/>
          <a:p>
            <a:endParaRPr lang="en-GB"/>
          </a:p>
        </p:txBody>
      </p:sp>
      <p:sp>
        <p:nvSpPr>
          <p:cNvPr id="5" name="Text Placeholder 4">
            <a:extLst>
              <a:ext uri="{FF2B5EF4-FFF2-40B4-BE49-F238E27FC236}">
                <a16:creationId xmlns:a16="http://schemas.microsoft.com/office/drawing/2014/main" id="{594A33C3-A5DE-B363-DB81-4DDDCFC70819}"/>
              </a:ext>
            </a:extLst>
          </p:cNvPr>
          <p:cNvSpPr>
            <a:spLocks noGrp="1"/>
          </p:cNvSpPr>
          <p:nvPr>
            <p:ph type="body" sz="quarter" idx="11"/>
          </p:nvPr>
        </p:nvSpPr>
        <p:spPr/>
        <p:txBody>
          <a:bodyPr/>
          <a:lstStyle/>
          <a:p>
            <a:endParaRPr lang="en-GB"/>
          </a:p>
        </p:txBody>
      </p:sp>
      <p:pic>
        <p:nvPicPr>
          <p:cNvPr id="8" name="Picture Placeholder 7" descr="A group of people sitting at a table&#10;&#10;Description automatically generated">
            <a:extLst>
              <a:ext uri="{FF2B5EF4-FFF2-40B4-BE49-F238E27FC236}">
                <a16:creationId xmlns:a16="http://schemas.microsoft.com/office/drawing/2014/main" id="{D32E49C9-05DB-9C19-EB97-A59CFBCBE948}"/>
              </a:ext>
            </a:extLst>
          </p:cNvPr>
          <p:cNvPicPr>
            <a:picLocks noGrp="1" noChangeAspect="1"/>
          </p:cNvPicPr>
          <p:nvPr>
            <p:ph type="pic" sz="quarter" idx="12"/>
          </p:nvPr>
        </p:nvPicPr>
        <p:blipFill>
          <a:blip r:embed="rId2" cstate="email">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12096007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52BF1-1549-0D6D-2FBF-367F7E47F31E}"/>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AFADD942-8937-96A3-2202-61EF01EDB9B6}"/>
              </a:ext>
            </a:extLst>
          </p:cNvPr>
          <p:cNvSpPr>
            <a:spLocks noGrp="1"/>
          </p:cNvSpPr>
          <p:nvPr>
            <p:ph type="sldNum" sz="quarter" idx="10"/>
          </p:nvPr>
        </p:nvSpPr>
        <p:spPr/>
        <p:txBody>
          <a:bodyPr/>
          <a:lstStyle/>
          <a:p>
            <a:fld id="{4EE75B84-B7E0-4C4B-AC9D-894B0C074E7C}" type="slidenum">
              <a:rPr lang="en-PL" smtClean="0"/>
              <a:pPr/>
              <a:t>25</a:t>
            </a:fld>
            <a:endParaRPr lang="en-PL" dirty="0"/>
          </a:p>
        </p:txBody>
      </p:sp>
      <p:sp>
        <p:nvSpPr>
          <p:cNvPr id="4" name="Content Placeholder 3">
            <a:extLst>
              <a:ext uri="{FF2B5EF4-FFF2-40B4-BE49-F238E27FC236}">
                <a16:creationId xmlns:a16="http://schemas.microsoft.com/office/drawing/2014/main" id="{681D5A77-B138-6BE9-8388-FD9E270D4A21}"/>
              </a:ext>
            </a:extLst>
          </p:cNvPr>
          <p:cNvSpPr>
            <a:spLocks noGrp="1"/>
          </p:cNvSpPr>
          <p:nvPr>
            <p:ph idx="1"/>
          </p:nvPr>
        </p:nvSpPr>
        <p:spPr/>
        <p:txBody>
          <a:bodyPr/>
          <a:lstStyle/>
          <a:p>
            <a:endParaRPr lang="en-US" dirty="0"/>
          </a:p>
        </p:txBody>
      </p:sp>
      <p:grpSp>
        <p:nvGrpSpPr>
          <p:cNvPr id="12" name="Group 11">
            <a:extLst>
              <a:ext uri="{FF2B5EF4-FFF2-40B4-BE49-F238E27FC236}">
                <a16:creationId xmlns:a16="http://schemas.microsoft.com/office/drawing/2014/main" id="{370C05C2-C845-3F87-4507-CC17A27C716C}"/>
              </a:ext>
            </a:extLst>
          </p:cNvPr>
          <p:cNvGrpSpPr/>
          <p:nvPr/>
        </p:nvGrpSpPr>
        <p:grpSpPr>
          <a:xfrm>
            <a:off x="554038" y="2761086"/>
            <a:ext cx="11090276" cy="2236042"/>
            <a:chOff x="554037" y="2377440"/>
            <a:chExt cx="12925295" cy="2606022"/>
          </a:xfrm>
        </p:grpSpPr>
        <p:sp>
          <p:nvSpPr>
            <p:cNvPr id="5" name="Oval 4">
              <a:extLst>
                <a:ext uri="{FF2B5EF4-FFF2-40B4-BE49-F238E27FC236}">
                  <a16:creationId xmlns:a16="http://schemas.microsoft.com/office/drawing/2014/main" id="{91A24BCD-EED8-95CC-0E88-9708A180C85A}"/>
                </a:ext>
              </a:extLst>
            </p:cNvPr>
            <p:cNvSpPr/>
            <p:nvPr/>
          </p:nvSpPr>
          <p:spPr>
            <a:xfrm>
              <a:off x="554037" y="2377440"/>
              <a:ext cx="1554462" cy="155446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F04CE42E-EC6E-9C1C-788C-B814F6595EEA}"/>
                </a:ext>
              </a:extLst>
            </p:cNvPr>
            <p:cNvSpPr/>
            <p:nvPr/>
          </p:nvSpPr>
          <p:spPr>
            <a:xfrm>
              <a:off x="2449176" y="3429000"/>
              <a:ext cx="1554462" cy="155446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ED0A3A77-1EEB-40F9-5899-F241F9AD0E0B}"/>
                </a:ext>
              </a:extLst>
            </p:cNvPr>
            <p:cNvSpPr/>
            <p:nvPr/>
          </p:nvSpPr>
          <p:spPr>
            <a:xfrm>
              <a:off x="4344315" y="2377440"/>
              <a:ext cx="1554462" cy="155446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A92DCCCD-02E7-D33B-09EA-73E6DDBA7D89}"/>
                </a:ext>
              </a:extLst>
            </p:cNvPr>
            <p:cNvSpPr/>
            <p:nvPr/>
          </p:nvSpPr>
          <p:spPr>
            <a:xfrm>
              <a:off x="6239454" y="3429000"/>
              <a:ext cx="1554462" cy="155446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1E764DFE-8520-625A-A3A8-8656533A7B55}"/>
                </a:ext>
              </a:extLst>
            </p:cNvPr>
            <p:cNvSpPr/>
            <p:nvPr/>
          </p:nvSpPr>
          <p:spPr>
            <a:xfrm>
              <a:off x="8134593" y="2377440"/>
              <a:ext cx="1554462" cy="155446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F3BCDBD-28AD-03AE-7A8A-2B3059103055}"/>
                </a:ext>
              </a:extLst>
            </p:cNvPr>
            <p:cNvSpPr/>
            <p:nvPr/>
          </p:nvSpPr>
          <p:spPr>
            <a:xfrm>
              <a:off x="10029732" y="3429000"/>
              <a:ext cx="1554462" cy="155446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472B8C28-2760-74AA-6823-FA8E528DC59B}"/>
                </a:ext>
              </a:extLst>
            </p:cNvPr>
            <p:cNvSpPr/>
            <p:nvPr/>
          </p:nvSpPr>
          <p:spPr>
            <a:xfrm>
              <a:off x="11924870" y="2377440"/>
              <a:ext cx="1554462" cy="155446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4" name="Straight Connector 13">
            <a:extLst>
              <a:ext uri="{FF2B5EF4-FFF2-40B4-BE49-F238E27FC236}">
                <a16:creationId xmlns:a16="http://schemas.microsoft.com/office/drawing/2014/main" id="{2619F6FC-CA12-2863-1147-DA0F6FE8F3A1}"/>
              </a:ext>
            </a:extLst>
          </p:cNvPr>
          <p:cNvCxnSpPr/>
          <p:nvPr/>
        </p:nvCxnSpPr>
        <p:spPr>
          <a:xfrm>
            <a:off x="1785769" y="3808207"/>
            <a:ext cx="394353" cy="25896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75564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0B3E2-BE9E-113F-9791-2D6BD5CDDD22}"/>
              </a:ext>
            </a:extLst>
          </p:cNvPr>
          <p:cNvSpPr>
            <a:spLocks noGrp="1"/>
          </p:cNvSpPr>
          <p:nvPr>
            <p:ph type="title"/>
          </p:nvPr>
        </p:nvSpPr>
        <p:spPr/>
        <p:txBody>
          <a:bodyPr/>
          <a:lstStyle/>
          <a:p>
            <a:endParaRPr lang="en-GB"/>
          </a:p>
        </p:txBody>
      </p:sp>
      <p:sp>
        <p:nvSpPr>
          <p:cNvPr id="3" name="Slide Number Placeholder 2">
            <a:extLst>
              <a:ext uri="{FF2B5EF4-FFF2-40B4-BE49-F238E27FC236}">
                <a16:creationId xmlns:a16="http://schemas.microsoft.com/office/drawing/2014/main" id="{AE172E4F-3827-2B5B-AB4F-C2CF6ED459C8}"/>
              </a:ext>
            </a:extLst>
          </p:cNvPr>
          <p:cNvSpPr>
            <a:spLocks noGrp="1"/>
          </p:cNvSpPr>
          <p:nvPr>
            <p:ph type="sldNum" sz="quarter" idx="10"/>
          </p:nvPr>
        </p:nvSpPr>
        <p:spPr/>
        <p:txBody>
          <a:bodyPr/>
          <a:lstStyle/>
          <a:p>
            <a:fld id="{4EE75B84-B7E0-4C4B-AC9D-894B0C074E7C}" type="slidenum">
              <a:rPr lang="en-PL" smtClean="0"/>
              <a:pPr/>
              <a:t>26</a:t>
            </a:fld>
            <a:endParaRPr lang="en-PL" dirty="0"/>
          </a:p>
        </p:txBody>
      </p:sp>
      <p:sp>
        <p:nvSpPr>
          <p:cNvPr id="4" name="Content Placeholder 3">
            <a:extLst>
              <a:ext uri="{FF2B5EF4-FFF2-40B4-BE49-F238E27FC236}">
                <a16:creationId xmlns:a16="http://schemas.microsoft.com/office/drawing/2014/main" id="{33E73A8B-E4CC-3B55-E6DE-0ECB7472A657}"/>
              </a:ext>
            </a:extLst>
          </p:cNvPr>
          <p:cNvSpPr>
            <a:spLocks noGrp="1"/>
          </p:cNvSpPr>
          <p:nvPr>
            <p:ph idx="1"/>
          </p:nvPr>
        </p:nvSpPr>
        <p:spPr/>
        <p:txBody>
          <a:bodyPr/>
          <a:lstStyle/>
          <a:p>
            <a:endParaRPr lang="en-GB"/>
          </a:p>
        </p:txBody>
      </p:sp>
      <p:sp>
        <p:nvSpPr>
          <p:cNvPr id="5" name="Text Placeholder 4">
            <a:extLst>
              <a:ext uri="{FF2B5EF4-FFF2-40B4-BE49-F238E27FC236}">
                <a16:creationId xmlns:a16="http://schemas.microsoft.com/office/drawing/2014/main" id="{98959196-E939-482F-C59C-368F3B2E45E5}"/>
              </a:ext>
            </a:extLst>
          </p:cNvPr>
          <p:cNvSpPr>
            <a:spLocks noGrp="1"/>
          </p:cNvSpPr>
          <p:nvPr>
            <p:ph type="body" sz="quarter" idx="11"/>
          </p:nvPr>
        </p:nvSpPr>
        <p:spPr/>
        <p:txBody>
          <a:bodyPr/>
          <a:lstStyle/>
          <a:p>
            <a:endParaRPr lang="en-GB"/>
          </a:p>
        </p:txBody>
      </p:sp>
      <p:pic>
        <p:nvPicPr>
          <p:cNvPr id="8" name="Picture Placeholder 7" descr="A person sitting in a bean bag with a computer&#10;&#10;Description automatically generated">
            <a:extLst>
              <a:ext uri="{FF2B5EF4-FFF2-40B4-BE49-F238E27FC236}">
                <a16:creationId xmlns:a16="http://schemas.microsoft.com/office/drawing/2014/main" id="{E4F67320-A7D0-43E6-87F3-6D4BBD59E010}"/>
              </a:ext>
            </a:extLst>
          </p:cNvPr>
          <p:cNvPicPr>
            <a:picLocks noGrp="1" noChangeAspect="1"/>
          </p:cNvPicPr>
          <p:nvPr>
            <p:ph type="pic" sz="quarter" idx="12"/>
          </p:nvPr>
        </p:nvPicPr>
        <p:blipFill>
          <a:blip r:embed="rId2" cstate="email">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21580617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3B4439F-DD91-51A9-2C07-3CAA4F665708}"/>
              </a:ext>
            </a:extLst>
          </p:cNvPr>
          <p:cNvSpPr>
            <a:spLocks noGrp="1"/>
          </p:cNvSpPr>
          <p:nvPr>
            <p:ph type="sldNum" sz="quarter" idx="10"/>
          </p:nvPr>
        </p:nvSpPr>
        <p:spPr/>
        <p:txBody>
          <a:bodyPr/>
          <a:lstStyle/>
          <a:p>
            <a:fld id="{4EE75B84-B7E0-4C4B-AC9D-894B0C074E7C}" type="slidenum">
              <a:rPr lang="en-PL" smtClean="0"/>
              <a:pPr/>
              <a:t>27</a:t>
            </a:fld>
            <a:endParaRPr lang="en-PL" dirty="0"/>
          </a:p>
        </p:txBody>
      </p:sp>
      <p:sp>
        <p:nvSpPr>
          <p:cNvPr id="7" name="Title 6">
            <a:extLst>
              <a:ext uri="{FF2B5EF4-FFF2-40B4-BE49-F238E27FC236}">
                <a16:creationId xmlns:a16="http://schemas.microsoft.com/office/drawing/2014/main" id="{2268B873-A8B8-8FFE-1E78-0029E689D589}"/>
              </a:ext>
            </a:extLst>
          </p:cNvPr>
          <p:cNvSpPr>
            <a:spLocks noGrp="1"/>
          </p:cNvSpPr>
          <p:nvPr>
            <p:ph type="title"/>
          </p:nvPr>
        </p:nvSpPr>
        <p:spPr/>
        <p:txBody>
          <a:bodyPr/>
          <a:lstStyle/>
          <a:p>
            <a:endParaRPr lang="en-GB"/>
          </a:p>
        </p:txBody>
      </p:sp>
      <p:sp>
        <p:nvSpPr>
          <p:cNvPr id="8" name="Content Placeholder 7">
            <a:extLst>
              <a:ext uri="{FF2B5EF4-FFF2-40B4-BE49-F238E27FC236}">
                <a16:creationId xmlns:a16="http://schemas.microsoft.com/office/drawing/2014/main" id="{B1BBA65B-8D62-8CA9-279D-0B3F2AAB1F9F}"/>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6427608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27922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B72B2-DAFF-0AA6-F83D-98535ADBF69B}"/>
              </a:ext>
            </a:extLst>
          </p:cNvPr>
          <p:cNvSpPr>
            <a:spLocks noGrp="1"/>
          </p:cNvSpPr>
          <p:nvPr>
            <p:ph type="title"/>
          </p:nvPr>
        </p:nvSpPr>
        <p:spPr/>
        <p:txBody>
          <a:bodyPr/>
          <a:lstStyle/>
          <a:p>
            <a:endParaRPr lang="en-GB"/>
          </a:p>
        </p:txBody>
      </p:sp>
      <p:sp>
        <p:nvSpPr>
          <p:cNvPr id="3" name="Slide Number Placeholder 2">
            <a:extLst>
              <a:ext uri="{FF2B5EF4-FFF2-40B4-BE49-F238E27FC236}">
                <a16:creationId xmlns:a16="http://schemas.microsoft.com/office/drawing/2014/main" id="{76923A35-8257-6CC3-3E10-A0F824B4D6BE}"/>
              </a:ext>
            </a:extLst>
          </p:cNvPr>
          <p:cNvSpPr>
            <a:spLocks noGrp="1"/>
          </p:cNvSpPr>
          <p:nvPr>
            <p:ph type="sldNum" sz="quarter" idx="10"/>
          </p:nvPr>
        </p:nvSpPr>
        <p:spPr/>
        <p:txBody>
          <a:bodyPr/>
          <a:lstStyle/>
          <a:p>
            <a:fld id="{4EE75B84-B7E0-4C4B-AC9D-894B0C074E7C}" type="slidenum">
              <a:rPr lang="en-PL" smtClean="0"/>
              <a:pPr/>
              <a:t>29</a:t>
            </a:fld>
            <a:endParaRPr lang="en-PL" dirty="0"/>
          </a:p>
        </p:txBody>
      </p:sp>
      <p:sp>
        <p:nvSpPr>
          <p:cNvPr id="4" name="Content Placeholder 3">
            <a:extLst>
              <a:ext uri="{FF2B5EF4-FFF2-40B4-BE49-F238E27FC236}">
                <a16:creationId xmlns:a16="http://schemas.microsoft.com/office/drawing/2014/main" id="{C00C779A-1449-0C09-214F-CA47FBA60F19}"/>
              </a:ext>
            </a:extLst>
          </p:cNvPr>
          <p:cNvSpPr>
            <a:spLocks noGrp="1"/>
          </p:cNvSpPr>
          <p:nvPr>
            <p:ph idx="1"/>
          </p:nvPr>
        </p:nvSpPr>
        <p:spPr/>
        <p:txBody>
          <a:bodyPr/>
          <a:lstStyle/>
          <a:p>
            <a:endParaRPr lang="en-GB"/>
          </a:p>
        </p:txBody>
      </p:sp>
      <p:pic>
        <p:nvPicPr>
          <p:cNvPr id="7" name="Picture Placeholder 6" descr="A neon sign on a wall&#10;&#10;Description automatically generated">
            <a:extLst>
              <a:ext uri="{FF2B5EF4-FFF2-40B4-BE49-F238E27FC236}">
                <a16:creationId xmlns:a16="http://schemas.microsoft.com/office/drawing/2014/main" id="{9D805BE0-F48D-5DF3-336D-80E190368DB1}"/>
              </a:ext>
            </a:extLst>
          </p:cNvPr>
          <p:cNvPicPr>
            <a:picLocks noGrp="1" noChangeAspect="1"/>
          </p:cNvPicPr>
          <p:nvPr>
            <p:ph type="pic" sz="quarter" idx="12"/>
          </p:nvPr>
        </p:nvPicPr>
        <p:blipFill rotWithShape="1">
          <a:blip r:embed="rId2" cstate="email">
            <a:extLst>
              <a:ext uri="{28A0092B-C50C-407E-A947-70E740481C1C}">
                <a14:useLocalDpi xmlns:a14="http://schemas.microsoft.com/office/drawing/2010/main"/>
              </a:ext>
            </a:extLst>
          </a:blip>
          <a:srcRect/>
          <a:stretch/>
        </p:blipFill>
        <p:spPr>
          <a:xfrm>
            <a:off x="810433" y="1222310"/>
            <a:ext cx="4651685" cy="4765704"/>
          </a:xfrm>
        </p:spPr>
      </p:pic>
    </p:spTree>
    <p:extLst>
      <p:ext uri="{BB962C8B-B14F-4D97-AF65-F5344CB8AC3E}">
        <p14:creationId xmlns:p14="http://schemas.microsoft.com/office/powerpoint/2010/main" val="20525569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AAD42E7-76D8-09CF-2367-54D0B1C32035}"/>
              </a:ext>
            </a:extLst>
          </p:cNvPr>
          <p:cNvSpPr>
            <a:spLocks noGrp="1"/>
          </p:cNvSpPr>
          <p:nvPr>
            <p:ph type="sldNum" sz="quarter" idx="10"/>
          </p:nvPr>
        </p:nvSpPr>
        <p:spPr/>
        <p:txBody>
          <a:bodyPr/>
          <a:lstStyle/>
          <a:p>
            <a:fld id="{B55D9570-D3FC-6D43-AC32-D988B1849109}" type="slidenum">
              <a:rPr lang="en-PL" smtClean="0"/>
              <a:pPr/>
              <a:t>30</a:t>
            </a:fld>
            <a:endParaRPr lang="en-PL" dirty="0"/>
          </a:p>
        </p:txBody>
      </p:sp>
      <p:pic>
        <p:nvPicPr>
          <p:cNvPr id="17" name="Picture Placeholder 16" descr="A room with a table and chairs&#10;&#10;Description automatically generated">
            <a:extLst>
              <a:ext uri="{FF2B5EF4-FFF2-40B4-BE49-F238E27FC236}">
                <a16:creationId xmlns:a16="http://schemas.microsoft.com/office/drawing/2014/main" id="{B40F388D-77C0-BBD3-5A7A-5352E52968FC}"/>
              </a:ext>
            </a:extLst>
          </p:cNvPr>
          <p:cNvPicPr>
            <a:picLocks noGrp="1" noChangeAspect="1"/>
          </p:cNvPicPr>
          <p:nvPr>
            <p:ph type="pic" sz="quarter" idx="20"/>
          </p:nvPr>
        </p:nvPicPr>
        <p:blipFill>
          <a:blip r:embed="rId2" cstate="email">
            <a:extLst>
              <a:ext uri="{28A0092B-C50C-407E-A947-70E740481C1C}">
                <a14:useLocalDpi xmlns:a14="http://schemas.microsoft.com/office/drawing/2010/main"/>
              </a:ext>
            </a:extLst>
          </a:blip>
          <a:srcRect/>
          <a:stretch>
            <a:fillRect/>
          </a:stretch>
        </p:blipFill>
        <p:spPr/>
      </p:pic>
      <p:sp>
        <p:nvSpPr>
          <p:cNvPr id="4" name="Title 3">
            <a:extLst>
              <a:ext uri="{FF2B5EF4-FFF2-40B4-BE49-F238E27FC236}">
                <a16:creationId xmlns:a16="http://schemas.microsoft.com/office/drawing/2014/main" id="{9B2CCB3D-9895-6B4F-F546-9EEB7A760C00}"/>
              </a:ext>
            </a:extLst>
          </p:cNvPr>
          <p:cNvSpPr>
            <a:spLocks noGrp="1"/>
          </p:cNvSpPr>
          <p:nvPr>
            <p:ph type="title"/>
          </p:nvPr>
        </p:nvSpPr>
        <p:spPr/>
        <p:txBody>
          <a:bodyPr/>
          <a:lstStyle/>
          <a:p>
            <a:endParaRPr lang="en-GB"/>
          </a:p>
        </p:txBody>
      </p:sp>
      <p:sp>
        <p:nvSpPr>
          <p:cNvPr id="5" name="Content Placeholder 4">
            <a:extLst>
              <a:ext uri="{FF2B5EF4-FFF2-40B4-BE49-F238E27FC236}">
                <a16:creationId xmlns:a16="http://schemas.microsoft.com/office/drawing/2014/main" id="{3FE8A7E7-6F65-90D8-96CC-D076A6741561}"/>
              </a:ext>
            </a:extLst>
          </p:cNvPr>
          <p:cNvSpPr>
            <a:spLocks noGrp="1"/>
          </p:cNvSpPr>
          <p:nvPr>
            <p:ph idx="1"/>
          </p:nvPr>
        </p:nvSpPr>
        <p:spPr/>
        <p:txBody>
          <a:bodyPr/>
          <a:lstStyle/>
          <a:p>
            <a:endParaRPr lang="en-GB"/>
          </a:p>
        </p:txBody>
      </p:sp>
      <p:sp>
        <p:nvSpPr>
          <p:cNvPr id="6" name="Text Placeholder 5">
            <a:extLst>
              <a:ext uri="{FF2B5EF4-FFF2-40B4-BE49-F238E27FC236}">
                <a16:creationId xmlns:a16="http://schemas.microsoft.com/office/drawing/2014/main" id="{DFCCA2E3-CE79-6EC9-2488-F2E98B93FFAE}"/>
              </a:ext>
            </a:extLst>
          </p:cNvPr>
          <p:cNvSpPr>
            <a:spLocks noGrp="1"/>
          </p:cNvSpPr>
          <p:nvPr>
            <p:ph type="body" sz="quarter" idx="11"/>
          </p:nvPr>
        </p:nvSpPr>
        <p:spPr/>
        <p:txBody>
          <a:bodyPr/>
          <a:lstStyle/>
          <a:p>
            <a:endParaRPr lang="en-GB"/>
          </a:p>
        </p:txBody>
      </p:sp>
      <p:pic>
        <p:nvPicPr>
          <p:cNvPr id="13" name="Picture Placeholder 12" descr="A blurry image of a colorful graffiti&#10;&#10;Description automatically generated">
            <a:extLst>
              <a:ext uri="{FF2B5EF4-FFF2-40B4-BE49-F238E27FC236}">
                <a16:creationId xmlns:a16="http://schemas.microsoft.com/office/drawing/2014/main" id="{C2817130-C4DA-EF49-96DC-27ED34A17727}"/>
              </a:ext>
            </a:extLst>
          </p:cNvPr>
          <p:cNvPicPr>
            <a:picLocks noGrp="1" noChangeAspect="1"/>
          </p:cNvPicPr>
          <p:nvPr>
            <p:ph type="pic" sz="quarter" idx="12"/>
          </p:nvPr>
        </p:nvPicPr>
        <p:blipFill>
          <a:blip r:embed="rId3" cstate="email">
            <a:extLst>
              <a:ext uri="{28A0092B-C50C-407E-A947-70E740481C1C}">
                <a14:useLocalDpi xmlns:a14="http://schemas.microsoft.com/office/drawing/2010/main"/>
              </a:ext>
            </a:extLst>
          </a:blip>
          <a:srcRect/>
          <a:stretch>
            <a:fillRect/>
          </a:stretch>
        </p:blipFill>
        <p:spPr/>
      </p:pic>
      <p:sp>
        <p:nvSpPr>
          <p:cNvPr id="8" name="Text Placeholder 7">
            <a:extLst>
              <a:ext uri="{FF2B5EF4-FFF2-40B4-BE49-F238E27FC236}">
                <a16:creationId xmlns:a16="http://schemas.microsoft.com/office/drawing/2014/main" id="{9E0E61C6-393C-0CC5-8FA4-B55CBF12D476}"/>
              </a:ext>
            </a:extLst>
          </p:cNvPr>
          <p:cNvSpPr>
            <a:spLocks noGrp="1"/>
          </p:cNvSpPr>
          <p:nvPr>
            <p:ph type="body" sz="quarter" idx="16"/>
          </p:nvPr>
        </p:nvSpPr>
        <p:spPr/>
        <p:txBody>
          <a:bodyPr/>
          <a:lstStyle/>
          <a:p>
            <a:endParaRPr lang="en-GB"/>
          </a:p>
        </p:txBody>
      </p:sp>
      <p:sp>
        <p:nvSpPr>
          <p:cNvPr id="9" name="Content Placeholder 8">
            <a:extLst>
              <a:ext uri="{FF2B5EF4-FFF2-40B4-BE49-F238E27FC236}">
                <a16:creationId xmlns:a16="http://schemas.microsoft.com/office/drawing/2014/main" id="{4EFF3394-438E-EB64-6999-9ED1A83B9737}"/>
              </a:ext>
            </a:extLst>
          </p:cNvPr>
          <p:cNvSpPr>
            <a:spLocks noGrp="1"/>
          </p:cNvSpPr>
          <p:nvPr>
            <p:ph idx="17"/>
          </p:nvPr>
        </p:nvSpPr>
        <p:spPr/>
        <p:txBody>
          <a:bodyPr/>
          <a:lstStyle/>
          <a:p>
            <a:endParaRPr lang="en-GB"/>
          </a:p>
        </p:txBody>
      </p:sp>
      <p:sp>
        <p:nvSpPr>
          <p:cNvPr id="10" name="Text Placeholder 9">
            <a:extLst>
              <a:ext uri="{FF2B5EF4-FFF2-40B4-BE49-F238E27FC236}">
                <a16:creationId xmlns:a16="http://schemas.microsoft.com/office/drawing/2014/main" id="{AD652C22-FC8A-AB55-9116-BC6C8DD8DFB9}"/>
              </a:ext>
            </a:extLst>
          </p:cNvPr>
          <p:cNvSpPr>
            <a:spLocks noGrp="1"/>
          </p:cNvSpPr>
          <p:nvPr>
            <p:ph type="body" sz="quarter" idx="18"/>
          </p:nvPr>
        </p:nvSpPr>
        <p:spPr/>
        <p:txBody>
          <a:bodyPr/>
          <a:lstStyle/>
          <a:p>
            <a:endParaRPr lang="en-GB"/>
          </a:p>
        </p:txBody>
      </p:sp>
      <p:sp>
        <p:nvSpPr>
          <p:cNvPr id="7" name="Picture Placeholder 6">
            <a:extLst>
              <a:ext uri="{FF2B5EF4-FFF2-40B4-BE49-F238E27FC236}">
                <a16:creationId xmlns:a16="http://schemas.microsoft.com/office/drawing/2014/main" id="{85C536E7-A296-8ABD-4538-ACDC9F7DF5B0}"/>
              </a:ext>
            </a:extLst>
          </p:cNvPr>
          <p:cNvSpPr>
            <a:spLocks noGrp="1"/>
          </p:cNvSpPr>
          <p:nvPr>
            <p:ph type="pic" sz="quarter" idx="19"/>
          </p:nvPr>
        </p:nvSpPr>
        <p:spPr/>
        <p:txBody>
          <a:bodyPr/>
          <a:lstStyle/>
          <a:p>
            <a:endParaRPr lang="en-GB"/>
          </a:p>
        </p:txBody>
      </p:sp>
    </p:spTree>
    <p:extLst>
      <p:ext uri="{BB962C8B-B14F-4D97-AF65-F5344CB8AC3E}">
        <p14:creationId xmlns:p14="http://schemas.microsoft.com/office/powerpoint/2010/main" val="35737951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7F579-85A9-2919-5881-98002FCE0822}"/>
              </a:ext>
            </a:extLst>
          </p:cNvPr>
          <p:cNvSpPr>
            <a:spLocks noGrp="1"/>
          </p:cNvSpPr>
          <p:nvPr>
            <p:ph type="title"/>
          </p:nvPr>
        </p:nvSpPr>
        <p:spPr/>
        <p:txBody>
          <a:bodyPr/>
          <a:lstStyle/>
          <a:p>
            <a:endParaRPr lang="en-GB"/>
          </a:p>
        </p:txBody>
      </p:sp>
      <p:sp>
        <p:nvSpPr>
          <p:cNvPr id="3" name="Slide Number Placeholder 2">
            <a:extLst>
              <a:ext uri="{FF2B5EF4-FFF2-40B4-BE49-F238E27FC236}">
                <a16:creationId xmlns:a16="http://schemas.microsoft.com/office/drawing/2014/main" id="{1CB86344-B1CC-F794-D3DF-39F5D6BCBB56}"/>
              </a:ext>
            </a:extLst>
          </p:cNvPr>
          <p:cNvSpPr>
            <a:spLocks noGrp="1"/>
          </p:cNvSpPr>
          <p:nvPr>
            <p:ph type="sldNum" sz="quarter" idx="10"/>
          </p:nvPr>
        </p:nvSpPr>
        <p:spPr/>
        <p:txBody>
          <a:bodyPr/>
          <a:lstStyle/>
          <a:p>
            <a:fld id="{B55D9570-D3FC-6D43-AC32-D988B1849109}" type="slidenum">
              <a:rPr lang="en-PL" smtClean="0"/>
              <a:pPr/>
              <a:t>31</a:t>
            </a:fld>
            <a:endParaRPr lang="en-PL" dirty="0"/>
          </a:p>
        </p:txBody>
      </p:sp>
      <p:sp>
        <p:nvSpPr>
          <p:cNvPr id="4" name="Content Placeholder 3">
            <a:extLst>
              <a:ext uri="{FF2B5EF4-FFF2-40B4-BE49-F238E27FC236}">
                <a16:creationId xmlns:a16="http://schemas.microsoft.com/office/drawing/2014/main" id="{18CEA21B-EF07-A1FF-DCEE-61609E57B11B}"/>
              </a:ext>
            </a:extLst>
          </p:cNvPr>
          <p:cNvSpPr>
            <a:spLocks noGrp="1"/>
          </p:cNvSpPr>
          <p:nvPr>
            <p:ph idx="1"/>
          </p:nvPr>
        </p:nvSpPr>
        <p:spPr/>
        <p:txBody>
          <a:bodyPr/>
          <a:lstStyle/>
          <a:p>
            <a:endParaRPr lang="en-GB"/>
          </a:p>
        </p:txBody>
      </p:sp>
      <p:sp>
        <p:nvSpPr>
          <p:cNvPr id="5" name="Text Placeholder 4">
            <a:extLst>
              <a:ext uri="{FF2B5EF4-FFF2-40B4-BE49-F238E27FC236}">
                <a16:creationId xmlns:a16="http://schemas.microsoft.com/office/drawing/2014/main" id="{3244E7EF-49D2-BCBB-0B66-0CAB05127724}"/>
              </a:ext>
            </a:extLst>
          </p:cNvPr>
          <p:cNvSpPr>
            <a:spLocks noGrp="1"/>
          </p:cNvSpPr>
          <p:nvPr>
            <p:ph type="body" sz="quarter" idx="11"/>
          </p:nvPr>
        </p:nvSpPr>
        <p:spPr/>
        <p:txBody>
          <a:bodyPr/>
          <a:lstStyle/>
          <a:p>
            <a:endParaRPr lang="en-GB"/>
          </a:p>
        </p:txBody>
      </p:sp>
      <p:pic>
        <p:nvPicPr>
          <p:cNvPr id="13" name="Picture Placeholder 12" descr="A blurry image of a graffiti&#10;&#10;Description automatically generated">
            <a:extLst>
              <a:ext uri="{FF2B5EF4-FFF2-40B4-BE49-F238E27FC236}">
                <a16:creationId xmlns:a16="http://schemas.microsoft.com/office/drawing/2014/main" id="{68C28E64-2423-D068-A18A-4DBF0E89C80F}"/>
              </a:ext>
            </a:extLst>
          </p:cNvPr>
          <p:cNvPicPr>
            <a:picLocks noGrp="1" noChangeAspect="1"/>
          </p:cNvPicPr>
          <p:nvPr>
            <p:ph type="pic" sz="quarter" idx="12"/>
          </p:nvPr>
        </p:nvPicPr>
        <p:blipFill>
          <a:blip r:embed="rId2" cstate="email">
            <a:extLst>
              <a:ext uri="{28A0092B-C50C-407E-A947-70E740481C1C}">
                <a14:useLocalDpi xmlns:a14="http://schemas.microsoft.com/office/drawing/2010/main"/>
              </a:ext>
            </a:extLst>
          </a:blip>
          <a:srcRect/>
          <a:stretch>
            <a:fillRect/>
          </a:stretch>
        </p:blipFill>
        <p:spPr/>
      </p:pic>
      <p:sp>
        <p:nvSpPr>
          <p:cNvPr id="7" name="Text Placeholder 6">
            <a:extLst>
              <a:ext uri="{FF2B5EF4-FFF2-40B4-BE49-F238E27FC236}">
                <a16:creationId xmlns:a16="http://schemas.microsoft.com/office/drawing/2014/main" id="{FCC25F0E-68AB-A05C-59C8-B19E6C223E8F}"/>
              </a:ext>
            </a:extLst>
          </p:cNvPr>
          <p:cNvSpPr>
            <a:spLocks noGrp="1"/>
          </p:cNvSpPr>
          <p:nvPr>
            <p:ph type="body" sz="quarter" idx="16"/>
          </p:nvPr>
        </p:nvSpPr>
        <p:spPr/>
        <p:txBody>
          <a:bodyPr/>
          <a:lstStyle/>
          <a:p>
            <a:endParaRPr lang="en-GB"/>
          </a:p>
        </p:txBody>
      </p:sp>
      <p:sp>
        <p:nvSpPr>
          <p:cNvPr id="8" name="Content Placeholder 7">
            <a:extLst>
              <a:ext uri="{FF2B5EF4-FFF2-40B4-BE49-F238E27FC236}">
                <a16:creationId xmlns:a16="http://schemas.microsoft.com/office/drawing/2014/main" id="{C2792D05-3936-759D-1BF9-02E3098E27FC}"/>
              </a:ext>
            </a:extLst>
          </p:cNvPr>
          <p:cNvSpPr>
            <a:spLocks noGrp="1"/>
          </p:cNvSpPr>
          <p:nvPr>
            <p:ph idx="17"/>
          </p:nvPr>
        </p:nvSpPr>
        <p:spPr/>
        <p:txBody>
          <a:bodyPr/>
          <a:lstStyle/>
          <a:p>
            <a:endParaRPr lang="en-GB"/>
          </a:p>
        </p:txBody>
      </p:sp>
      <p:sp>
        <p:nvSpPr>
          <p:cNvPr id="9" name="Text Placeholder 8">
            <a:extLst>
              <a:ext uri="{FF2B5EF4-FFF2-40B4-BE49-F238E27FC236}">
                <a16:creationId xmlns:a16="http://schemas.microsoft.com/office/drawing/2014/main" id="{F6CEEC37-8385-CD8D-F3DE-5ABCF1A962BE}"/>
              </a:ext>
            </a:extLst>
          </p:cNvPr>
          <p:cNvSpPr>
            <a:spLocks noGrp="1"/>
          </p:cNvSpPr>
          <p:nvPr>
            <p:ph type="body" sz="quarter" idx="18"/>
          </p:nvPr>
        </p:nvSpPr>
        <p:spPr/>
        <p:txBody>
          <a:bodyPr/>
          <a:lstStyle/>
          <a:p>
            <a:endParaRPr lang="en-GB"/>
          </a:p>
        </p:txBody>
      </p:sp>
      <p:pic>
        <p:nvPicPr>
          <p:cNvPr id="17" name="Picture Placeholder 16" descr="A colorful graffiti on a wall&#10;&#10;Description automatically generated">
            <a:extLst>
              <a:ext uri="{FF2B5EF4-FFF2-40B4-BE49-F238E27FC236}">
                <a16:creationId xmlns:a16="http://schemas.microsoft.com/office/drawing/2014/main" id="{C92B6B6C-ED75-33B3-ACAE-270279D8642F}"/>
              </a:ext>
            </a:extLst>
          </p:cNvPr>
          <p:cNvPicPr>
            <a:picLocks noGrp="1" noChangeAspect="1"/>
          </p:cNvPicPr>
          <p:nvPr>
            <p:ph type="pic" sz="quarter" idx="20"/>
          </p:nvPr>
        </p:nvPicPr>
        <p:blipFill rotWithShape="1">
          <a:blip r:embed="rId3" cstate="email">
            <a:extLst>
              <a:ext uri="{28A0092B-C50C-407E-A947-70E740481C1C}">
                <a14:useLocalDpi xmlns:a14="http://schemas.microsoft.com/office/drawing/2010/main"/>
              </a:ext>
            </a:extLst>
          </a:blip>
          <a:srcRect/>
          <a:stretch/>
        </p:blipFill>
        <p:spPr>
          <a:xfrm>
            <a:off x="5520523" y="0"/>
            <a:ext cx="6671477" cy="6858000"/>
          </a:xfrm>
        </p:spPr>
      </p:pic>
      <p:sp>
        <p:nvSpPr>
          <p:cNvPr id="10" name="Picture Placeholder 9">
            <a:extLst>
              <a:ext uri="{FF2B5EF4-FFF2-40B4-BE49-F238E27FC236}">
                <a16:creationId xmlns:a16="http://schemas.microsoft.com/office/drawing/2014/main" id="{7078E5EF-AB64-8CA1-39D9-0D5DFB789CEE}"/>
              </a:ext>
            </a:extLst>
          </p:cNvPr>
          <p:cNvSpPr>
            <a:spLocks noGrp="1"/>
          </p:cNvSpPr>
          <p:nvPr>
            <p:ph type="pic" sz="quarter" idx="19"/>
          </p:nvPr>
        </p:nvSpPr>
        <p:spPr/>
        <p:txBody>
          <a:bodyPr/>
          <a:lstStyle/>
          <a:p>
            <a:endParaRPr lang="en-GB"/>
          </a:p>
        </p:txBody>
      </p:sp>
    </p:spTree>
    <p:extLst>
      <p:ext uri="{BB962C8B-B14F-4D97-AF65-F5344CB8AC3E}">
        <p14:creationId xmlns:p14="http://schemas.microsoft.com/office/powerpoint/2010/main" val="706648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F115B-6F7B-70F1-6CCD-3153394CB8D3}"/>
              </a:ext>
            </a:extLst>
          </p:cNvPr>
          <p:cNvSpPr>
            <a:spLocks noGrp="1"/>
          </p:cNvSpPr>
          <p:nvPr>
            <p:ph type="title"/>
          </p:nvPr>
        </p:nvSpPr>
        <p:spPr/>
        <p:txBody>
          <a:bodyPr/>
          <a:lstStyle/>
          <a:p>
            <a:endParaRPr lang="en-GB"/>
          </a:p>
        </p:txBody>
      </p:sp>
      <p:sp>
        <p:nvSpPr>
          <p:cNvPr id="3" name="Slide Number Placeholder 2">
            <a:extLst>
              <a:ext uri="{FF2B5EF4-FFF2-40B4-BE49-F238E27FC236}">
                <a16:creationId xmlns:a16="http://schemas.microsoft.com/office/drawing/2014/main" id="{9F0701AF-B2EE-6AF4-012F-5F52EFEF713E}"/>
              </a:ext>
            </a:extLst>
          </p:cNvPr>
          <p:cNvSpPr>
            <a:spLocks noGrp="1"/>
          </p:cNvSpPr>
          <p:nvPr>
            <p:ph type="sldNum" sz="quarter" idx="10"/>
          </p:nvPr>
        </p:nvSpPr>
        <p:spPr/>
        <p:txBody>
          <a:bodyPr/>
          <a:lstStyle/>
          <a:p>
            <a:fld id="{4EE75B84-B7E0-4C4B-AC9D-894B0C074E7C}" type="slidenum">
              <a:rPr lang="en-PL" smtClean="0"/>
              <a:pPr/>
              <a:t>32</a:t>
            </a:fld>
            <a:endParaRPr lang="en-PL" dirty="0"/>
          </a:p>
        </p:txBody>
      </p:sp>
      <p:cxnSp>
        <p:nvCxnSpPr>
          <p:cNvPr id="6" name="Straight Connector 5">
            <a:extLst>
              <a:ext uri="{FF2B5EF4-FFF2-40B4-BE49-F238E27FC236}">
                <a16:creationId xmlns:a16="http://schemas.microsoft.com/office/drawing/2014/main" id="{27396D82-CB68-52BC-B6AC-DD5966D8B4CC}"/>
              </a:ext>
            </a:extLst>
          </p:cNvPr>
          <p:cNvCxnSpPr>
            <a:cxnSpLocks/>
            <a:stCxn id="9" idx="6"/>
            <a:endCxn id="13" idx="6"/>
          </p:cNvCxnSpPr>
          <p:nvPr/>
        </p:nvCxnSpPr>
        <p:spPr>
          <a:xfrm>
            <a:off x="1517121" y="4075975"/>
            <a:ext cx="9371957"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670163E4-53D0-D1D2-6F94-89C8ABBE7412}"/>
              </a:ext>
            </a:extLst>
          </p:cNvPr>
          <p:cNvGrpSpPr/>
          <p:nvPr/>
        </p:nvGrpSpPr>
        <p:grpSpPr>
          <a:xfrm>
            <a:off x="1270677" y="3933703"/>
            <a:ext cx="284544" cy="284544"/>
            <a:chOff x="1210519" y="3884270"/>
            <a:chExt cx="284544" cy="284544"/>
          </a:xfrm>
        </p:grpSpPr>
        <p:sp>
          <p:nvSpPr>
            <p:cNvPr id="8" name="Oval 7">
              <a:extLst>
                <a:ext uri="{FF2B5EF4-FFF2-40B4-BE49-F238E27FC236}">
                  <a16:creationId xmlns:a16="http://schemas.microsoft.com/office/drawing/2014/main" id="{A2310E3C-E2B0-2C07-AABE-A4B98881DAEF}"/>
                </a:ext>
              </a:extLst>
            </p:cNvPr>
            <p:cNvSpPr/>
            <p:nvPr/>
          </p:nvSpPr>
          <p:spPr>
            <a:xfrm>
              <a:off x="1210519" y="3884270"/>
              <a:ext cx="284544" cy="284544"/>
            </a:xfrm>
            <a:prstGeom prst="ellipse">
              <a:avLst/>
            </a:prstGeom>
            <a:solidFill>
              <a:schemeClr val="bg1"/>
            </a:solidFill>
            <a:ln w="222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2BFCD370-39A6-0FF9-A236-16A4A62611A0}"/>
                </a:ext>
              </a:extLst>
            </p:cNvPr>
            <p:cNvSpPr/>
            <p:nvPr/>
          </p:nvSpPr>
          <p:spPr>
            <a:xfrm>
              <a:off x="1248619" y="3922370"/>
              <a:ext cx="208344" cy="208344"/>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1" name="Group 10">
            <a:extLst>
              <a:ext uri="{FF2B5EF4-FFF2-40B4-BE49-F238E27FC236}">
                <a16:creationId xmlns:a16="http://schemas.microsoft.com/office/drawing/2014/main" id="{23D5C31F-A6B0-7E3C-F81C-D94830C47194}"/>
              </a:ext>
            </a:extLst>
          </p:cNvPr>
          <p:cNvGrpSpPr/>
          <p:nvPr/>
        </p:nvGrpSpPr>
        <p:grpSpPr>
          <a:xfrm>
            <a:off x="10642634" y="3933703"/>
            <a:ext cx="284544" cy="284544"/>
            <a:chOff x="1210519" y="3884270"/>
            <a:chExt cx="284544" cy="284544"/>
          </a:xfrm>
        </p:grpSpPr>
        <p:sp>
          <p:nvSpPr>
            <p:cNvPr id="12" name="Oval 11">
              <a:extLst>
                <a:ext uri="{FF2B5EF4-FFF2-40B4-BE49-F238E27FC236}">
                  <a16:creationId xmlns:a16="http://schemas.microsoft.com/office/drawing/2014/main" id="{D799E877-DDF3-0482-0FE4-B8E84C1F4399}"/>
                </a:ext>
              </a:extLst>
            </p:cNvPr>
            <p:cNvSpPr/>
            <p:nvPr/>
          </p:nvSpPr>
          <p:spPr>
            <a:xfrm>
              <a:off x="1210519" y="3884270"/>
              <a:ext cx="284544" cy="284544"/>
            </a:xfrm>
            <a:prstGeom prst="ellipse">
              <a:avLst/>
            </a:prstGeom>
            <a:solidFill>
              <a:schemeClr val="bg1"/>
            </a:solidFill>
            <a:ln w="222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6AA6E125-2D9E-0CD4-321A-53B538B5B232}"/>
                </a:ext>
              </a:extLst>
            </p:cNvPr>
            <p:cNvSpPr/>
            <p:nvPr/>
          </p:nvSpPr>
          <p:spPr>
            <a:xfrm>
              <a:off x="1248619" y="3922370"/>
              <a:ext cx="208344" cy="208344"/>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4" name="Group 13">
            <a:extLst>
              <a:ext uri="{FF2B5EF4-FFF2-40B4-BE49-F238E27FC236}">
                <a16:creationId xmlns:a16="http://schemas.microsoft.com/office/drawing/2014/main" id="{07FCA2A1-F0D2-CB79-EAF8-BE60A8F7CA38}"/>
              </a:ext>
            </a:extLst>
          </p:cNvPr>
          <p:cNvGrpSpPr/>
          <p:nvPr/>
        </p:nvGrpSpPr>
        <p:grpSpPr>
          <a:xfrm>
            <a:off x="3093100" y="3933703"/>
            <a:ext cx="284544" cy="284544"/>
            <a:chOff x="1210519" y="3884270"/>
            <a:chExt cx="284544" cy="284544"/>
          </a:xfrm>
        </p:grpSpPr>
        <p:sp>
          <p:nvSpPr>
            <p:cNvPr id="15" name="Oval 14">
              <a:extLst>
                <a:ext uri="{FF2B5EF4-FFF2-40B4-BE49-F238E27FC236}">
                  <a16:creationId xmlns:a16="http://schemas.microsoft.com/office/drawing/2014/main" id="{D74C1E76-6EA4-E997-488F-E9A904C04303}"/>
                </a:ext>
              </a:extLst>
            </p:cNvPr>
            <p:cNvSpPr/>
            <p:nvPr/>
          </p:nvSpPr>
          <p:spPr>
            <a:xfrm>
              <a:off x="1210519" y="3884270"/>
              <a:ext cx="284544" cy="284544"/>
            </a:xfrm>
            <a:prstGeom prst="ellipse">
              <a:avLst/>
            </a:prstGeom>
            <a:solidFill>
              <a:schemeClr val="bg1"/>
            </a:solidFill>
            <a:ln w="222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A7CB309A-97D4-8544-35BA-35AAE14CD0BA}"/>
                </a:ext>
              </a:extLst>
            </p:cNvPr>
            <p:cNvSpPr/>
            <p:nvPr/>
          </p:nvSpPr>
          <p:spPr>
            <a:xfrm>
              <a:off x="1248619" y="3922370"/>
              <a:ext cx="208344" cy="208344"/>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7" name="Group 16">
            <a:extLst>
              <a:ext uri="{FF2B5EF4-FFF2-40B4-BE49-F238E27FC236}">
                <a16:creationId xmlns:a16="http://schemas.microsoft.com/office/drawing/2014/main" id="{2F17C8F5-35D8-4680-C818-56BCE448AB2C}"/>
              </a:ext>
            </a:extLst>
          </p:cNvPr>
          <p:cNvGrpSpPr/>
          <p:nvPr/>
        </p:nvGrpSpPr>
        <p:grpSpPr>
          <a:xfrm>
            <a:off x="4915523" y="3933703"/>
            <a:ext cx="284544" cy="284544"/>
            <a:chOff x="1210519" y="3884270"/>
            <a:chExt cx="284544" cy="284544"/>
          </a:xfrm>
        </p:grpSpPr>
        <p:sp>
          <p:nvSpPr>
            <p:cNvPr id="18" name="Oval 17">
              <a:extLst>
                <a:ext uri="{FF2B5EF4-FFF2-40B4-BE49-F238E27FC236}">
                  <a16:creationId xmlns:a16="http://schemas.microsoft.com/office/drawing/2014/main" id="{E538DB04-AFAF-F480-61E9-1AFE90FD175A}"/>
                </a:ext>
              </a:extLst>
            </p:cNvPr>
            <p:cNvSpPr/>
            <p:nvPr/>
          </p:nvSpPr>
          <p:spPr>
            <a:xfrm>
              <a:off x="1210519" y="3884270"/>
              <a:ext cx="284544" cy="284544"/>
            </a:xfrm>
            <a:prstGeom prst="ellipse">
              <a:avLst/>
            </a:prstGeom>
            <a:solidFill>
              <a:schemeClr val="bg1"/>
            </a:solidFill>
            <a:ln w="222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a:extLst>
                <a:ext uri="{FF2B5EF4-FFF2-40B4-BE49-F238E27FC236}">
                  <a16:creationId xmlns:a16="http://schemas.microsoft.com/office/drawing/2014/main" id="{0FE32869-C1FD-F2EB-C956-7E7F667D669C}"/>
                </a:ext>
              </a:extLst>
            </p:cNvPr>
            <p:cNvSpPr/>
            <p:nvPr/>
          </p:nvSpPr>
          <p:spPr>
            <a:xfrm>
              <a:off x="1248619" y="3922370"/>
              <a:ext cx="208344" cy="208344"/>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0" name="Group 19">
            <a:extLst>
              <a:ext uri="{FF2B5EF4-FFF2-40B4-BE49-F238E27FC236}">
                <a16:creationId xmlns:a16="http://schemas.microsoft.com/office/drawing/2014/main" id="{7CE172E2-3DD7-C900-AE64-412E70FD24CB}"/>
              </a:ext>
            </a:extLst>
          </p:cNvPr>
          <p:cNvGrpSpPr/>
          <p:nvPr/>
        </p:nvGrpSpPr>
        <p:grpSpPr>
          <a:xfrm>
            <a:off x="6737946" y="3790519"/>
            <a:ext cx="544388" cy="544388"/>
            <a:chOff x="1210519" y="3884270"/>
            <a:chExt cx="284544" cy="284544"/>
          </a:xfrm>
        </p:grpSpPr>
        <p:sp>
          <p:nvSpPr>
            <p:cNvPr id="21" name="Oval 20">
              <a:extLst>
                <a:ext uri="{FF2B5EF4-FFF2-40B4-BE49-F238E27FC236}">
                  <a16:creationId xmlns:a16="http://schemas.microsoft.com/office/drawing/2014/main" id="{D85DB515-4E17-25D7-C9EC-F85C1B262CCE}"/>
                </a:ext>
              </a:extLst>
            </p:cNvPr>
            <p:cNvSpPr/>
            <p:nvPr/>
          </p:nvSpPr>
          <p:spPr>
            <a:xfrm>
              <a:off x="1210519" y="3884270"/>
              <a:ext cx="284544" cy="284544"/>
            </a:xfrm>
            <a:prstGeom prst="ellipse">
              <a:avLst/>
            </a:prstGeom>
            <a:solidFill>
              <a:schemeClr val="bg1"/>
            </a:solidFill>
            <a:ln w="222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Oval 21">
              <a:extLst>
                <a:ext uri="{FF2B5EF4-FFF2-40B4-BE49-F238E27FC236}">
                  <a16:creationId xmlns:a16="http://schemas.microsoft.com/office/drawing/2014/main" id="{F644F2A3-F69A-9E66-E21C-F0854B2EB329}"/>
                </a:ext>
              </a:extLst>
            </p:cNvPr>
            <p:cNvSpPr/>
            <p:nvPr/>
          </p:nvSpPr>
          <p:spPr>
            <a:xfrm>
              <a:off x="1248619" y="3922370"/>
              <a:ext cx="208344" cy="208344"/>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3" name="Group 22">
            <a:extLst>
              <a:ext uri="{FF2B5EF4-FFF2-40B4-BE49-F238E27FC236}">
                <a16:creationId xmlns:a16="http://schemas.microsoft.com/office/drawing/2014/main" id="{B29C18D7-E03E-0878-FF34-68E468EA3C32}"/>
              </a:ext>
            </a:extLst>
          </p:cNvPr>
          <p:cNvGrpSpPr/>
          <p:nvPr/>
        </p:nvGrpSpPr>
        <p:grpSpPr>
          <a:xfrm>
            <a:off x="8820213" y="3933703"/>
            <a:ext cx="284544" cy="284544"/>
            <a:chOff x="1210519" y="3884270"/>
            <a:chExt cx="284544" cy="284544"/>
          </a:xfrm>
        </p:grpSpPr>
        <p:sp>
          <p:nvSpPr>
            <p:cNvPr id="24" name="Oval 23">
              <a:extLst>
                <a:ext uri="{FF2B5EF4-FFF2-40B4-BE49-F238E27FC236}">
                  <a16:creationId xmlns:a16="http://schemas.microsoft.com/office/drawing/2014/main" id="{3A554931-8C17-29B5-5513-BFF5B292C13F}"/>
                </a:ext>
              </a:extLst>
            </p:cNvPr>
            <p:cNvSpPr/>
            <p:nvPr/>
          </p:nvSpPr>
          <p:spPr>
            <a:xfrm>
              <a:off x="1210519" y="3884270"/>
              <a:ext cx="284544" cy="284544"/>
            </a:xfrm>
            <a:prstGeom prst="ellipse">
              <a:avLst/>
            </a:prstGeom>
            <a:solidFill>
              <a:schemeClr val="bg1"/>
            </a:solidFill>
            <a:ln w="222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Oval 24">
              <a:extLst>
                <a:ext uri="{FF2B5EF4-FFF2-40B4-BE49-F238E27FC236}">
                  <a16:creationId xmlns:a16="http://schemas.microsoft.com/office/drawing/2014/main" id="{385D6BCB-C1CA-C371-8634-EE73B76BF212}"/>
                </a:ext>
              </a:extLst>
            </p:cNvPr>
            <p:cNvSpPr/>
            <p:nvPr/>
          </p:nvSpPr>
          <p:spPr>
            <a:xfrm>
              <a:off x="1248619" y="3922370"/>
              <a:ext cx="208344" cy="208344"/>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27" name="Straight Connector 26">
            <a:extLst>
              <a:ext uri="{FF2B5EF4-FFF2-40B4-BE49-F238E27FC236}">
                <a16:creationId xmlns:a16="http://schemas.microsoft.com/office/drawing/2014/main" id="{32BDE8CA-BC61-581B-0911-66F6544EBB43}"/>
              </a:ext>
            </a:extLst>
          </p:cNvPr>
          <p:cNvCxnSpPr>
            <a:stCxn id="8" idx="0"/>
          </p:cNvCxnSpPr>
          <p:nvPr/>
        </p:nvCxnSpPr>
        <p:spPr>
          <a:xfrm flipV="1">
            <a:off x="1412949" y="3449256"/>
            <a:ext cx="0" cy="484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BA19EA2-1E43-9138-37C0-F9283877BC72}"/>
              </a:ext>
            </a:extLst>
          </p:cNvPr>
          <p:cNvCxnSpPr/>
          <p:nvPr/>
        </p:nvCxnSpPr>
        <p:spPr>
          <a:xfrm flipV="1">
            <a:off x="3235372" y="4218247"/>
            <a:ext cx="0" cy="484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C92A81F-E1C8-0226-1233-721DCB3F18AD}"/>
              </a:ext>
            </a:extLst>
          </p:cNvPr>
          <p:cNvCxnSpPr/>
          <p:nvPr/>
        </p:nvCxnSpPr>
        <p:spPr>
          <a:xfrm flipV="1">
            <a:off x="5054187" y="3449255"/>
            <a:ext cx="0" cy="484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E458BE0-64BC-FF2E-47E8-56B043DE8598}"/>
              </a:ext>
            </a:extLst>
          </p:cNvPr>
          <p:cNvCxnSpPr>
            <a:cxnSpLocks/>
          </p:cNvCxnSpPr>
          <p:nvPr/>
        </p:nvCxnSpPr>
        <p:spPr>
          <a:xfrm flipV="1">
            <a:off x="7010140" y="4334907"/>
            <a:ext cx="0" cy="260242"/>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29BAA4C-0BC3-A6FE-A7A1-04FECBDC172F}"/>
              </a:ext>
            </a:extLst>
          </p:cNvPr>
          <p:cNvCxnSpPr/>
          <p:nvPr/>
        </p:nvCxnSpPr>
        <p:spPr>
          <a:xfrm flipV="1">
            <a:off x="8962485" y="3449254"/>
            <a:ext cx="0" cy="484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8C9468E-0358-3DE2-9B7E-1A703AA7E174}"/>
              </a:ext>
            </a:extLst>
          </p:cNvPr>
          <p:cNvCxnSpPr/>
          <p:nvPr/>
        </p:nvCxnSpPr>
        <p:spPr>
          <a:xfrm flipV="1">
            <a:off x="10784906" y="4218246"/>
            <a:ext cx="0" cy="484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81DB1FA8-C634-9400-65C5-AC430A828927}"/>
              </a:ext>
            </a:extLst>
          </p:cNvPr>
          <p:cNvSpPr txBox="1"/>
          <p:nvPr/>
        </p:nvSpPr>
        <p:spPr>
          <a:xfrm>
            <a:off x="1064135" y="2126615"/>
            <a:ext cx="697627" cy="369332"/>
          </a:xfrm>
          <a:prstGeom prst="rect">
            <a:avLst/>
          </a:prstGeom>
          <a:noFill/>
        </p:spPr>
        <p:txBody>
          <a:bodyPr wrap="none" rtlCol="0">
            <a:spAutoFit/>
          </a:bodyPr>
          <a:lstStyle/>
          <a:p>
            <a:pPr algn="ctr"/>
            <a:r>
              <a:rPr lang="en-GB" b="1" dirty="0">
                <a:solidFill>
                  <a:schemeClr val="tx2"/>
                </a:solidFill>
              </a:rPr>
              <a:t>2018</a:t>
            </a:r>
          </a:p>
        </p:txBody>
      </p:sp>
      <p:sp>
        <p:nvSpPr>
          <p:cNvPr id="37" name="TextBox 36">
            <a:extLst>
              <a:ext uri="{FF2B5EF4-FFF2-40B4-BE49-F238E27FC236}">
                <a16:creationId xmlns:a16="http://schemas.microsoft.com/office/drawing/2014/main" id="{3BF04C53-77F8-C736-1899-AC1AB5FE56C1}"/>
              </a:ext>
            </a:extLst>
          </p:cNvPr>
          <p:cNvSpPr txBox="1"/>
          <p:nvPr/>
        </p:nvSpPr>
        <p:spPr>
          <a:xfrm>
            <a:off x="532009" y="2495947"/>
            <a:ext cx="1761877" cy="830997"/>
          </a:xfrm>
          <a:prstGeom prst="rect">
            <a:avLst/>
          </a:prstGeom>
          <a:noFill/>
        </p:spPr>
        <p:txBody>
          <a:bodyPr wrap="square" rtlCol="0">
            <a:spAutoFit/>
          </a:bodyPr>
          <a:lstStyle/>
          <a:p>
            <a:pPr algn="ctr"/>
            <a:r>
              <a:rPr lang="en-GB" sz="1200" dirty="0">
                <a:effectLst/>
              </a:rPr>
              <a:t>Lorem ipsum </a:t>
            </a:r>
            <a:r>
              <a:rPr lang="en-GB" sz="1200" dirty="0" err="1">
                <a:effectLst/>
              </a:rPr>
              <a:t>dolor</a:t>
            </a:r>
            <a:r>
              <a:rPr lang="en-GB" sz="1200" dirty="0">
                <a:effectLst/>
              </a:rPr>
              <a:t> sit </a:t>
            </a:r>
            <a:r>
              <a:rPr lang="en-GB" sz="1200" dirty="0" err="1">
                <a:effectLst/>
              </a:rPr>
              <a:t>amet</a:t>
            </a:r>
            <a:r>
              <a:rPr lang="en-GB" sz="1200" dirty="0">
                <a:effectLst/>
              </a:rPr>
              <a:t>, </a:t>
            </a:r>
            <a:r>
              <a:rPr lang="en-GB" sz="1200" dirty="0" err="1">
                <a:effectLst/>
              </a:rPr>
              <a:t>consectetur</a:t>
            </a:r>
            <a:r>
              <a:rPr lang="en-GB" sz="1200" dirty="0">
                <a:effectLst/>
              </a:rPr>
              <a:t> </a:t>
            </a:r>
            <a:r>
              <a:rPr lang="en-GB" sz="1200" dirty="0" err="1">
                <a:effectLst/>
              </a:rPr>
              <a:t>adipiscing</a:t>
            </a:r>
            <a:r>
              <a:rPr lang="en-GB" sz="1200" dirty="0">
                <a:effectLst/>
              </a:rPr>
              <a:t> </a:t>
            </a:r>
            <a:r>
              <a:rPr lang="en-GB" sz="1200" dirty="0" err="1">
                <a:effectLst/>
              </a:rPr>
              <a:t>elit</a:t>
            </a:r>
            <a:r>
              <a:rPr lang="en-GB" sz="1200" dirty="0">
                <a:effectLst/>
              </a:rPr>
              <a:t>. In </a:t>
            </a:r>
            <a:r>
              <a:rPr lang="en-GB" sz="1200" dirty="0" err="1">
                <a:effectLst/>
              </a:rPr>
              <a:t>nec</a:t>
            </a:r>
            <a:r>
              <a:rPr lang="en-GB" sz="1200" dirty="0">
                <a:effectLst/>
              </a:rPr>
              <a:t> </a:t>
            </a:r>
            <a:r>
              <a:rPr lang="en-GB" sz="1200" dirty="0" err="1">
                <a:effectLst/>
              </a:rPr>
              <a:t>suscipit</a:t>
            </a:r>
            <a:r>
              <a:rPr lang="en-GB" sz="1200" dirty="0">
                <a:effectLst/>
              </a:rPr>
              <a:t> </a:t>
            </a:r>
            <a:r>
              <a:rPr lang="en-GB" sz="1200" dirty="0" err="1">
                <a:effectLst/>
              </a:rPr>
              <a:t>felis</a:t>
            </a:r>
            <a:r>
              <a:rPr lang="en-GB" sz="1200" dirty="0">
                <a:effectLst/>
              </a:rPr>
              <a:t>.</a:t>
            </a:r>
            <a:endParaRPr lang="en-GB" sz="1200" dirty="0"/>
          </a:p>
        </p:txBody>
      </p:sp>
      <p:sp>
        <p:nvSpPr>
          <p:cNvPr id="38" name="TextBox 37">
            <a:extLst>
              <a:ext uri="{FF2B5EF4-FFF2-40B4-BE49-F238E27FC236}">
                <a16:creationId xmlns:a16="http://schemas.microsoft.com/office/drawing/2014/main" id="{DC0EEA93-3DF7-E136-7EB7-D92BD241C32F}"/>
              </a:ext>
            </a:extLst>
          </p:cNvPr>
          <p:cNvSpPr txBox="1"/>
          <p:nvPr/>
        </p:nvSpPr>
        <p:spPr>
          <a:xfrm>
            <a:off x="10436093" y="4810160"/>
            <a:ext cx="697627" cy="369332"/>
          </a:xfrm>
          <a:prstGeom prst="rect">
            <a:avLst/>
          </a:prstGeom>
          <a:noFill/>
        </p:spPr>
        <p:txBody>
          <a:bodyPr wrap="none" rtlCol="0">
            <a:spAutoFit/>
          </a:bodyPr>
          <a:lstStyle/>
          <a:p>
            <a:pPr algn="ctr"/>
            <a:r>
              <a:rPr lang="en-GB" b="1" dirty="0">
                <a:solidFill>
                  <a:schemeClr val="tx2"/>
                </a:solidFill>
              </a:rPr>
              <a:t>2023</a:t>
            </a:r>
          </a:p>
        </p:txBody>
      </p:sp>
      <p:sp>
        <p:nvSpPr>
          <p:cNvPr id="39" name="TextBox 38">
            <a:extLst>
              <a:ext uri="{FF2B5EF4-FFF2-40B4-BE49-F238E27FC236}">
                <a16:creationId xmlns:a16="http://schemas.microsoft.com/office/drawing/2014/main" id="{0650BDE3-8C83-80F2-86D1-78F3EC562C2D}"/>
              </a:ext>
            </a:extLst>
          </p:cNvPr>
          <p:cNvSpPr txBox="1"/>
          <p:nvPr/>
        </p:nvSpPr>
        <p:spPr>
          <a:xfrm>
            <a:off x="9903967" y="5179492"/>
            <a:ext cx="1761877" cy="830997"/>
          </a:xfrm>
          <a:prstGeom prst="rect">
            <a:avLst/>
          </a:prstGeom>
          <a:noFill/>
        </p:spPr>
        <p:txBody>
          <a:bodyPr wrap="square" rtlCol="0">
            <a:spAutoFit/>
          </a:bodyPr>
          <a:lstStyle/>
          <a:p>
            <a:pPr algn="ctr"/>
            <a:r>
              <a:rPr lang="en-GB" sz="1200" dirty="0">
                <a:effectLst/>
              </a:rPr>
              <a:t>Lorem ipsum </a:t>
            </a:r>
            <a:r>
              <a:rPr lang="en-GB" sz="1200" dirty="0" err="1">
                <a:effectLst/>
              </a:rPr>
              <a:t>dolor</a:t>
            </a:r>
            <a:r>
              <a:rPr lang="en-GB" sz="1200" dirty="0">
                <a:effectLst/>
              </a:rPr>
              <a:t> sit </a:t>
            </a:r>
            <a:r>
              <a:rPr lang="en-GB" sz="1200" dirty="0" err="1">
                <a:effectLst/>
              </a:rPr>
              <a:t>amet</a:t>
            </a:r>
            <a:r>
              <a:rPr lang="en-GB" sz="1200" dirty="0">
                <a:effectLst/>
              </a:rPr>
              <a:t>, </a:t>
            </a:r>
            <a:r>
              <a:rPr lang="en-GB" sz="1200" dirty="0" err="1">
                <a:effectLst/>
              </a:rPr>
              <a:t>consectetur</a:t>
            </a:r>
            <a:r>
              <a:rPr lang="en-GB" sz="1200" dirty="0">
                <a:effectLst/>
              </a:rPr>
              <a:t> </a:t>
            </a:r>
            <a:r>
              <a:rPr lang="en-GB" sz="1200" dirty="0" err="1">
                <a:effectLst/>
              </a:rPr>
              <a:t>adipiscing</a:t>
            </a:r>
            <a:r>
              <a:rPr lang="en-GB" sz="1200" dirty="0">
                <a:effectLst/>
              </a:rPr>
              <a:t> </a:t>
            </a:r>
            <a:r>
              <a:rPr lang="en-GB" sz="1200" dirty="0" err="1">
                <a:effectLst/>
              </a:rPr>
              <a:t>elit</a:t>
            </a:r>
            <a:r>
              <a:rPr lang="en-GB" sz="1200" dirty="0">
                <a:effectLst/>
              </a:rPr>
              <a:t>. In </a:t>
            </a:r>
            <a:r>
              <a:rPr lang="en-GB" sz="1200" dirty="0" err="1">
                <a:effectLst/>
              </a:rPr>
              <a:t>nec</a:t>
            </a:r>
            <a:r>
              <a:rPr lang="en-GB" sz="1200" dirty="0">
                <a:effectLst/>
              </a:rPr>
              <a:t> </a:t>
            </a:r>
            <a:r>
              <a:rPr lang="en-GB" sz="1200" dirty="0" err="1">
                <a:effectLst/>
              </a:rPr>
              <a:t>suscipit</a:t>
            </a:r>
            <a:r>
              <a:rPr lang="en-GB" sz="1200" dirty="0">
                <a:effectLst/>
              </a:rPr>
              <a:t> </a:t>
            </a:r>
            <a:r>
              <a:rPr lang="en-GB" sz="1200" dirty="0" err="1">
                <a:effectLst/>
              </a:rPr>
              <a:t>felis</a:t>
            </a:r>
            <a:r>
              <a:rPr lang="en-GB" sz="1200" dirty="0">
                <a:effectLst/>
              </a:rPr>
              <a:t>.</a:t>
            </a:r>
            <a:endParaRPr lang="en-GB" sz="1200" dirty="0"/>
          </a:p>
        </p:txBody>
      </p:sp>
      <p:sp>
        <p:nvSpPr>
          <p:cNvPr id="40" name="TextBox 39">
            <a:extLst>
              <a:ext uri="{FF2B5EF4-FFF2-40B4-BE49-F238E27FC236}">
                <a16:creationId xmlns:a16="http://schemas.microsoft.com/office/drawing/2014/main" id="{48A3B42E-79E0-9488-A355-2C03991DEF9E}"/>
              </a:ext>
            </a:extLst>
          </p:cNvPr>
          <p:cNvSpPr txBox="1"/>
          <p:nvPr/>
        </p:nvSpPr>
        <p:spPr>
          <a:xfrm>
            <a:off x="2886559" y="4810160"/>
            <a:ext cx="697627" cy="369332"/>
          </a:xfrm>
          <a:prstGeom prst="rect">
            <a:avLst/>
          </a:prstGeom>
          <a:noFill/>
        </p:spPr>
        <p:txBody>
          <a:bodyPr wrap="none" rtlCol="0">
            <a:spAutoFit/>
          </a:bodyPr>
          <a:lstStyle/>
          <a:p>
            <a:pPr algn="ctr"/>
            <a:r>
              <a:rPr lang="en-GB" b="1" dirty="0">
                <a:solidFill>
                  <a:schemeClr val="tx2"/>
                </a:solidFill>
              </a:rPr>
              <a:t>2019</a:t>
            </a:r>
          </a:p>
        </p:txBody>
      </p:sp>
      <p:sp>
        <p:nvSpPr>
          <p:cNvPr id="41" name="TextBox 40">
            <a:extLst>
              <a:ext uri="{FF2B5EF4-FFF2-40B4-BE49-F238E27FC236}">
                <a16:creationId xmlns:a16="http://schemas.microsoft.com/office/drawing/2014/main" id="{B5922BA3-D2B4-9B11-5610-3987BB226C95}"/>
              </a:ext>
            </a:extLst>
          </p:cNvPr>
          <p:cNvSpPr txBox="1"/>
          <p:nvPr/>
        </p:nvSpPr>
        <p:spPr>
          <a:xfrm>
            <a:off x="2354433" y="5179492"/>
            <a:ext cx="1761877" cy="830997"/>
          </a:xfrm>
          <a:prstGeom prst="rect">
            <a:avLst/>
          </a:prstGeom>
          <a:noFill/>
        </p:spPr>
        <p:txBody>
          <a:bodyPr wrap="square" rtlCol="0">
            <a:spAutoFit/>
          </a:bodyPr>
          <a:lstStyle/>
          <a:p>
            <a:pPr algn="ctr"/>
            <a:r>
              <a:rPr lang="en-GB" sz="1200" dirty="0">
                <a:effectLst/>
              </a:rPr>
              <a:t>Lorem ipsum </a:t>
            </a:r>
            <a:r>
              <a:rPr lang="en-GB" sz="1200" dirty="0" err="1">
                <a:effectLst/>
              </a:rPr>
              <a:t>dolor</a:t>
            </a:r>
            <a:r>
              <a:rPr lang="en-GB" sz="1200" dirty="0">
                <a:effectLst/>
              </a:rPr>
              <a:t> sit </a:t>
            </a:r>
            <a:r>
              <a:rPr lang="en-GB" sz="1200" dirty="0" err="1">
                <a:effectLst/>
              </a:rPr>
              <a:t>amet</a:t>
            </a:r>
            <a:r>
              <a:rPr lang="en-GB" sz="1200" dirty="0">
                <a:effectLst/>
              </a:rPr>
              <a:t>, </a:t>
            </a:r>
            <a:r>
              <a:rPr lang="en-GB" sz="1200" dirty="0" err="1">
                <a:effectLst/>
              </a:rPr>
              <a:t>consectetur</a:t>
            </a:r>
            <a:r>
              <a:rPr lang="en-GB" sz="1200" dirty="0">
                <a:effectLst/>
              </a:rPr>
              <a:t> </a:t>
            </a:r>
            <a:r>
              <a:rPr lang="en-GB" sz="1200" dirty="0" err="1">
                <a:effectLst/>
              </a:rPr>
              <a:t>adipiscing</a:t>
            </a:r>
            <a:r>
              <a:rPr lang="en-GB" sz="1200" dirty="0">
                <a:effectLst/>
              </a:rPr>
              <a:t> </a:t>
            </a:r>
            <a:r>
              <a:rPr lang="en-GB" sz="1200" dirty="0" err="1">
                <a:effectLst/>
              </a:rPr>
              <a:t>elit</a:t>
            </a:r>
            <a:r>
              <a:rPr lang="en-GB" sz="1200" dirty="0">
                <a:effectLst/>
              </a:rPr>
              <a:t>. In </a:t>
            </a:r>
            <a:r>
              <a:rPr lang="en-GB" sz="1200" dirty="0" err="1">
                <a:effectLst/>
              </a:rPr>
              <a:t>nec</a:t>
            </a:r>
            <a:r>
              <a:rPr lang="en-GB" sz="1200" dirty="0">
                <a:effectLst/>
              </a:rPr>
              <a:t> </a:t>
            </a:r>
            <a:r>
              <a:rPr lang="en-GB" sz="1200" dirty="0" err="1">
                <a:effectLst/>
              </a:rPr>
              <a:t>suscipit</a:t>
            </a:r>
            <a:r>
              <a:rPr lang="en-GB" sz="1200" dirty="0">
                <a:effectLst/>
              </a:rPr>
              <a:t> </a:t>
            </a:r>
            <a:r>
              <a:rPr lang="en-GB" sz="1200" dirty="0" err="1">
                <a:effectLst/>
              </a:rPr>
              <a:t>felis</a:t>
            </a:r>
            <a:r>
              <a:rPr lang="en-GB" sz="1200" dirty="0">
                <a:effectLst/>
              </a:rPr>
              <a:t>.</a:t>
            </a:r>
            <a:endParaRPr lang="en-GB" sz="1200" dirty="0"/>
          </a:p>
        </p:txBody>
      </p:sp>
      <p:sp>
        <p:nvSpPr>
          <p:cNvPr id="42" name="TextBox 41">
            <a:extLst>
              <a:ext uri="{FF2B5EF4-FFF2-40B4-BE49-F238E27FC236}">
                <a16:creationId xmlns:a16="http://schemas.microsoft.com/office/drawing/2014/main" id="{87DD4D3F-56E6-95D3-D4E4-9C7D2C2A18DC}"/>
              </a:ext>
            </a:extLst>
          </p:cNvPr>
          <p:cNvSpPr txBox="1"/>
          <p:nvPr/>
        </p:nvSpPr>
        <p:spPr>
          <a:xfrm>
            <a:off x="4705374" y="2126615"/>
            <a:ext cx="697627" cy="369332"/>
          </a:xfrm>
          <a:prstGeom prst="rect">
            <a:avLst/>
          </a:prstGeom>
          <a:noFill/>
        </p:spPr>
        <p:txBody>
          <a:bodyPr wrap="none" rtlCol="0">
            <a:spAutoFit/>
          </a:bodyPr>
          <a:lstStyle/>
          <a:p>
            <a:pPr algn="ctr"/>
            <a:r>
              <a:rPr lang="en-GB" b="1" dirty="0">
                <a:solidFill>
                  <a:schemeClr val="tx2"/>
                </a:solidFill>
              </a:rPr>
              <a:t>2020</a:t>
            </a:r>
          </a:p>
        </p:txBody>
      </p:sp>
      <p:sp>
        <p:nvSpPr>
          <p:cNvPr id="43" name="TextBox 42">
            <a:extLst>
              <a:ext uri="{FF2B5EF4-FFF2-40B4-BE49-F238E27FC236}">
                <a16:creationId xmlns:a16="http://schemas.microsoft.com/office/drawing/2014/main" id="{BA47BC8F-F810-AD2F-C1B0-C4AFBB4FB938}"/>
              </a:ext>
            </a:extLst>
          </p:cNvPr>
          <p:cNvSpPr txBox="1"/>
          <p:nvPr/>
        </p:nvSpPr>
        <p:spPr>
          <a:xfrm>
            <a:off x="4173248" y="2495947"/>
            <a:ext cx="1761877" cy="830997"/>
          </a:xfrm>
          <a:prstGeom prst="rect">
            <a:avLst/>
          </a:prstGeom>
          <a:noFill/>
        </p:spPr>
        <p:txBody>
          <a:bodyPr wrap="square" rtlCol="0">
            <a:spAutoFit/>
          </a:bodyPr>
          <a:lstStyle/>
          <a:p>
            <a:pPr algn="ctr"/>
            <a:r>
              <a:rPr lang="en-GB" sz="1200" dirty="0">
                <a:effectLst/>
              </a:rPr>
              <a:t>Lorem ipsum </a:t>
            </a:r>
            <a:r>
              <a:rPr lang="en-GB" sz="1200" dirty="0" err="1">
                <a:effectLst/>
              </a:rPr>
              <a:t>dolor</a:t>
            </a:r>
            <a:r>
              <a:rPr lang="en-GB" sz="1200" dirty="0">
                <a:effectLst/>
              </a:rPr>
              <a:t> sit </a:t>
            </a:r>
            <a:r>
              <a:rPr lang="en-GB" sz="1200" dirty="0" err="1">
                <a:effectLst/>
              </a:rPr>
              <a:t>amet</a:t>
            </a:r>
            <a:r>
              <a:rPr lang="en-GB" sz="1200" dirty="0">
                <a:effectLst/>
              </a:rPr>
              <a:t>, </a:t>
            </a:r>
            <a:r>
              <a:rPr lang="en-GB" sz="1200" dirty="0" err="1">
                <a:effectLst/>
              </a:rPr>
              <a:t>consectetur</a:t>
            </a:r>
            <a:r>
              <a:rPr lang="en-GB" sz="1200" dirty="0">
                <a:effectLst/>
              </a:rPr>
              <a:t> </a:t>
            </a:r>
            <a:r>
              <a:rPr lang="en-GB" sz="1200" dirty="0" err="1">
                <a:effectLst/>
              </a:rPr>
              <a:t>adipiscing</a:t>
            </a:r>
            <a:r>
              <a:rPr lang="en-GB" sz="1200" dirty="0">
                <a:effectLst/>
              </a:rPr>
              <a:t> </a:t>
            </a:r>
            <a:r>
              <a:rPr lang="en-GB" sz="1200" dirty="0" err="1">
                <a:effectLst/>
              </a:rPr>
              <a:t>elit</a:t>
            </a:r>
            <a:r>
              <a:rPr lang="en-GB" sz="1200" dirty="0">
                <a:effectLst/>
              </a:rPr>
              <a:t>. In </a:t>
            </a:r>
            <a:r>
              <a:rPr lang="en-GB" sz="1200" dirty="0" err="1">
                <a:effectLst/>
              </a:rPr>
              <a:t>nec</a:t>
            </a:r>
            <a:r>
              <a:rPr lang="en-GB" sz="1200" dirty="0">
                <a:effectLst/>
              </a:rPr>
              <a:t> </a:t>
            </a:r>
            <a:r>
              <a:rPr lang="en-GB" sz="1200" dirty="0" err="1">
                <a:effectLst/>
              </a:rPr>
              <a:t>suscipit</a:t>
            </a:r>
            <a:r>
              <a:rPr lang="en-GB" sz="1200" dirty="0">
                <a:effectLst/>
              </a:rPr>
              <a:t> </a:t>
            </a:r>
            <a:r>
              <a:rPr lang="en-GB" sz="1200" dirty="0" err="1">
                <a:effectLst/>
              </a:rPr>
              <a:t>felis</a:t>
            </a:r>
            <a:r>
              <a:rPr lang="en-GB" sz="1200" dirty="0">
                <a:effectLst/>
              </a:rPr>
              <a:t>.</a:t>
            </a:r>
            <a:endParaRPr lang="en-GB" sz="1200" dirty="0"/>
          </a:p>
        </p:txBody>
      </p:sp>
      <p:sp>
        <p:nvSpPr>
          <p:cNvPr id="44" name="TextBox 43">
            <a:extLst>
              <a:ext uri="{FF2B5EF4-FFF2-40B4-BE49-F238E27FC236}">
                <a16:creationId xmlns:a16="http://schemas.microsoft.com/office/drawing/2014/main" id="{FEB7BFC3-A990-2746-944C-105CBC90668A}"/>
              </a:ext>
            </a:extLst>
          </p:cNvPr>
          <p:cNvSpPr txBox="1"/>
          <p:nvPr/>
        </p:nvSpPr>
        <p:spPr>
          <a:xfrm>
            <a:off x="8613672" y="2128521"/>
            <a:ext cx="697627" cy="369332"/>
          </a:xfrm>
          <a:prstGeom prst="rect">
            <a:avLst/>
          </a:prstGeom>
          <a:noFill/>
        </p:spPr>
        <p:txBody>
          <a:bodyPr wrap="none" rtlCol="0">
            <a:spAutoFit/>
          </a:bodyPr>
          <a:lstStyle/>
          <a:p>
            <a:pPr algn="ctr"/>
            <a:r>
              <a:rPr lang="en-GB" b="1" dirty="0">
                <a:solidFill>
                  <a:schemeClr val="tx2"/>
                </a:solidFill>
              </a:rPr>
              <a:t>2022</a:t>
            </a:r>
          </a:p>
        </p:txBody>
      </p:sp>
      <p:sp>
        <p:nvSpPr>
          <p:cNvPr id="45" name="TextBox 44">
            <a:extLst>
              <a:ext uri="{FF2B5EF4-FFF2-40B4-BE49-F238E27FC236}">
                <a16:creationId xmlns:a16="http://schemas.microsoft.com/office/drawing/2014/main" id="{357364BB-ED26-DF90-D923-B8C0351D35E9}"/>
              </a:ext>
            </a:extLst>
          </p:cNvPr>
          <p:cNvSpPr txBox="1"/>
          <p:nvPr/>
        </p:nvSpPr>
        <p:spPr>
          <a:xfrm>
            <a:off x="8081546" y="2497853"/>
            <a:ext cx="1761877" cy="830997"/>
          </a:xfrm>
          <a:prstGeom prst="rect">
            <a:avLst/>
          </a:prstGeom>
          <a:noFill/>
        </p:spPr>
        <p:txBody>
          <a:bodyPr wrap="square" rtlCol="0">
            <a:spAutoFit/>
          </a:bodyPr>
          <a:lstStyle/>
          <a:p>
            <a:pPr algn="ctr"/>
            <a:r>
              <a:rPr lang="en-GB" sz="1200" dirty="0">
                <a:effectLst/>
              </a:rPr>
              <a:t>Lorem ipsum </a:t>
            </a:r>
            <a:r>
              <a:rPr lang="en-GB" sz="1200" dirty="0" err="1">
                <a:effectLst/>
              </a:rPr>
              <a:t>dolor</a:t>
            </a:r>
            <a:r>
              <a:rPr lang="en-GB" sz="1200" dirty="0">
                <a:effectLst/>
              </a:rPr>
              <a:t> sit </a:t>
            </a:r>
            <a:r>
              <a:rPr lang="en-GB" sz="1200" dirty="0" err="1">
                <a:effectLst/>
              </a:rPr>
              <a:t>amet</a:t>
            </a:r>
            <a:r>
              <a:rPr lang="en-GB" sz="1200" dirty="0">
                <a:effectLst/>
              </a:rPr>
              <a:t>, </a:t>
            </a:r>
            <a:r>
              <a:rPr lang="en-GB" sz="1200" dirty="0" err="1">
                <a:effectLst/>
              </a:rPr>
              <a:t>consectetur</a:t>
            </a:r>
            <a:r>
              <a:rPr lang="en-GB" sz="1200" dirty="0">
                <a:effectLst/>
              </a:rPr>
              <a:t> </a:t>
            </a:r>
            <a:r>
              <a:rPr lang="en-GB" sz="1200" dirty="0" err="1">
                <a:effectLst/>
              </a:rPr>
              <a:t>adipiscing</a:t>
            </a:r>
            <a:r>
              <a:rPr lang="en-GB" sz="1200" dirty="0">
                <a:effectLst/>
              </a:rPr>
              <a:t> </a:t>
            </a:r>
            <a:r>
              <a:rPr lang="en-GB" sz="1200" dirty="0" err="1">
                <a:effectLst/>
              </a:rPr>
              <a:t>elit</a:t>
            </a:r>
            <a:r>
              <a:rPr lang="en-GB" sz="1200" dirty="0">
                <a:effectLst/>
              </a:rPr>
              <a:t>. In </a:t>
            </a:r>
            <a:r>
              <a:rPr lang="en-GB" sz="1200" dirty="0" err="1">
                <a:effectLst/>
              </a:rPr>
              <a:t>nec</a:t>
            </a:r>
            <a:r>
              <a:rPr lang="en-GB" sz="1200" dirty="0">
                <a:effectLst/>
              </a:rPr>
              <a:t> </a:t>
            </a:r>
            <a:r>
              <a:rPr lang="en-GB" sz="1200" dirty="0" err="1">
                <a:effectLst/>
              </a:rPr>
              <a:t>suscipit</a:t>
            </a:r>
            <a:r>
              <a:rPr lang="en-GB" sz="1200" dirty="0">
                <a:effectLst/>
              </a:rPr>
              <a:t> </a:t>
            </a:r>
            <a:r>
              <a:rPr lang="en-GB" sz="1200" dirty="0" err="1">
                <a:effectLst/>
              </a:rPr>
              <a:t>felis</a:t>
            </a:r>
            <a:r>
              <a:rPr lang="en-GB" sz="1200" dirty="0">
                <a:effectLst/>
              </a:rPr>
              <a:t>.</a:t>
            </a:r>
            <a:endParaRPr lang="en-GB" sz="1200" dirty="0"/>
          </a:p>
        </p:txBody>
      </p:sp>
      <p:sp>
        <p:nvSpPr>
          <p:cNvPr id="46" name="TextBox 45">
            <a:extLst>
              <a:ext uri="{FF2B5EF4-FFF2-40B4-BE49-F238E27FC236}">
                <a16:creationId xmlns:a16="http://schemas.microsoft.com/office/drawing/2014/main" id="{9C786665-FC5A-5031-148E-D28BB26EF206}"/>
              </a:ext>
            </a:extLst>
          </p:cNvPr>
          <p:cNvSpPr txBox="1"/>
          <p:nvPr/>
        </p:nvSpPr>
        <p:spPr>
          <a:xfrm>
            <a:off x="6661325" y="5288944"/>
            <a:ext cx="697627" cy="369332"/>
          </a:xfrm>
          <a:prstGeom prst="rect">
            <a:avLst/>
          </a:prstGeom>
          <a:noFill/>
        </p:spPr>
        <p:txBody>
          <a:bodyPr wrap="none" rtlCol="0">
            <a:spAutoFit/>
          </a:bodyPr>
          <a:lstStyle/>
          <a:p>
            <a:pPr algn="ctr"/>
            <a:r>
              <a:rPr lang="en-GB" b="1" dirty="0">
                <a:solidFill>
                  <a:schemeClr val="tx2"/>
                </a:solidFill>
              </a:rPr>
              <a:t>2021</a:t>
            </a:r>
          </a:p>
        </p:txBody>
      </p:sp>
      <p:sp>
        <p:nvSpPr>
          <p:cNvPr id="47" name="TextBox 46">
            <a:extLst>
              <a:ext uri="{FF2B5EF4-FFF2-40B4-BE49-F238E27FC236}">
                <a16:creationId xmlns:a16="http://schemas.microsoft.com/office/drawing/2014/main" id="{5FC16C12-0950-E64F-859F-91EA89FAA8D8}"/>
              </a:ext>
            </a:extLst>
          </p:cNvPr>
          <p:cNvSpPr txBox="1"/>
          <p:nvPr/>
        </p:nvSpPr>
        <p:spPr>
          <a:xfrm>
            <a:off x="6129199" y="5658276"/>
            <a:ext cx="1761877" cy="646331"/>
          </a:xfrm>
          <a:prstGeom prst="rect">
            <a:avLst/>
          </a:prstGeom>
          <a:noFill/>
        </p:spPr>
        <p:txBody>
          <a:bodyPr wrap="square" rtlCol="0">
            <a:spAutoFit/>
          </a:bodyPr>
          <a:lstStyle/>
          <a:p>
            <a:pPr algn="ctr"/>
            <a:r>
              <a:rPr lang="en-GB" sz="1200" dirty="0">
                <a:effectLst/>
              </a:rPr>
              <a:t>Lorem ipsum </a:t>
            </a:r>
            <a:r>
              <a:rPr lang="en-GB" sz="1200" dirty="0" err="1">
                <a:effectLst/>
              </a:rPr>
              <a:t>dolor</a:t>
            </a:r>
            <a:r>
              <a:rPr lang="en-GB" sz="1200" dirty="0">
                <a:effectLst/>
              </a:rPr>
              <a:t> sit </a:t>
            </a:r>
            <a:r>
              <a:rPr lang="en-GB" sz="1200" dirty="0" err="1">
                <a:effectLst/>
              </a:rPr>
              <a:t>amet</a:t>
            </a:r>
            <a:r>
              <a:rPr lang="en-GB" sz="1200" dirty="0">
                <a:effectLst/>
              </a:rPr>
              <a:t>, </a:t>
            </a:r>
            <a:r>
              <a:rPr lang="en-GB" sz="1200" dirty="0" err="1">
                <a:effectLst/>
              </a:rPr>
              <a:t>consectetur</a:t>
            </a:r>
            <a:r>
              <a:rPr lang="en-GB" sz="1200" dirty="0">
                <a:effectLst/>
              </a:rPr>
              <a:t> </a:t>
            </a:r>
            <a:r>
              <a:rPr lang="en-GB" sz="1200" dirty="0" err="1">
                <a:effectLst/>
              </a:rPr>
              <a:t>adipiscing</a:t>
            </a:r>
            <a:r>
              <a:rPr lang="en-GB" sz="1200" dirty="0">
                <a:effectLst/>
              </a:rPr>
              <a:t> </a:t>
            </a:r>
            <a:r>
              <a:rPr lang="en-GB" sz="1200" dirty="0" err="1">
                <a:effectLst/>
              </a:rPr>
              <a:t>elit</a:t>
            </a:r>
            <a:r>
              <a:rPr lang="en-GB" sz="1200" dirty="0">
                <a:effectLst/>
              </a:rPr>
              <a:t>. </a:t>
            </a:r>
            <a:endParaRPr lang="en-GB" sz="1200" dirty="0"/>
          </a:p>
        </p:txBody>
      </p:sp>
      <p:pic>
        <p:nvPicPr>
          <p:cNvPr id="49" name="Graphic 48">
            <a:extLst>
              <a:ext uri="{FF2B5EF4-FFF2-40B4-BE49-F238E27FC236}">
                <a16:creationId xmlns:a16="http://schemas.microsoft.com/office/drawing/2014/main" id="{5E6CA237-0578-7C1C-A489-64504941B398}"/>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737946" y="4693601"/>
            <a:ext cx="493532" cy="524418"/>
          </a:xfrm>
          <a:prstGeom prst="rect">
            <a:avLst/>
          </a:prstGeom>
        </p:spPr>
      </p:pic>
    </p:spTree>
    <p:extLst>
      <p:ext uri="{BB962C8B-B14F-4D97-AF65-F5344CB8AC3E}">
        <p14:creationId xmlns:p14="http://schemas.microsoft.com/office/powerpoint/2010/main" val="20122757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4" name="Straight Connector 63">
            <a:extLst>
              <a:ext uri="{FF2B5EF4-FFF2-40B4-BE49-F238E27FC236}">
                <a16:creationId xmlns:a16="http://schemas.microsoft.com/office/drawing/2014/main" id="{38FD60BC-C94B-A626-3C79-A5F5F23EF40C}"/>
              </a:ext>
            </a:extLst>
          </p:cNvPr>
          <p:cNvCxnSpPr>
            <a:stCxn id="66" idx="4"/>
          </p:cNvCxnSpPr>
          <p:nvPr/>
        </p:nvCxnSpPr>
        <p:spPr>
          <a:xfrm flipH="1">
            <a:off x="10011826" y="3203986"/>
            <a:ext cx="4240" cy="2249375"/>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27634D3F-F828-C71A-C054-EFB42B75157D}"/>
              </a:ext>
            </a:extLst>
          </p:cNvPr>
          <p:cNvCxnSpPr>
            <a:stCxn id="56" idx="4"/>
          </p:cNvCxnSpPr>
          <p:nvPr/>
        </p:nvCxnSpPr>
        <p:spPr>
          <a:xfrm flipH="1">
            <a:off x="2371940" y="3203986"/>
            <a:ext cx="4240" cy="2249375"/>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496EDE9-BCBA-5414-05BA-AB570245053C}"/>
              </a:ext>
            </a:extLst>
          </p:cNvPr>
          <p:cNvCxnSpPr>
            <a:stCxn id="51" idx="4"/>
          </p:cNvCxnSpPr>
          <p:nvPr/>
        </p:nvCxnSpPr>
        <p:spPr>
          <a:xfrm flipH="1">
            <a:off x="5855541" y="3468362"/>
            <a:ext cx="1255" cy="1984999"/>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507A97-137D-B437-7FC7-C7BB97F40C38}"/>
              </a:ext>
            </a:extLst>
          </p:cNvPr>
          <p:cNvSpPr>
            <a:spLocks noGrp="1"/>
          </p:cNvSpPr>
          <p:nvPr>
            <p:ph type="title"/>
          </p:nvPr>
        </p:nvSpPr>
        <p:spPr/>
        <p:txBody>
          <a:bodyPr/>
          <a:lstStyle/>
          <a:p>
            <a:endParaRPr lang="en-GB" dirty="0"/>
          </a:p>
        </p:txBody>
      </p:sp>
      <p:sp>
        <p:nvSpPr>
          <p:cNvPr id="3" name="Slide Number Placeholder 2">
            <a:extLst>
              <a:ext uri="{FF2B5EF4-FFF2-40B4-BE49-F238E27FC236}">
                <a16:creationId xmlns:a16="http://schemas.microsoft.com/office/drawing/2014/main" id="{ECCD2323-AD3E-828D-6380-FA6F0193CAA5}"/>
              </a:ext>
            </a:extLst>
          </p:cNvPr>
          <p:cNvSpPr>
            <a:spLocks noGrp="1"/>
          </p:cNvSpPr>
          <p:nvPr>
            <p:ph type="sldNum" sz="quarter" idx="10"/>
          </p:nvPr>
        </p:nvSpPr>
        <p:spPr/>
        <p:txBody>
          <a:bodyPr/>
          <a:lstStyle/>
          <a:p>
            <a:fld id="{4EE75B84-B7E0-4C4B-AC9D-894B0C074E7C}" type="slidenum">
              <a:rPr lang="en-PL" smtClean="0"/>
              <a:pPr/>
              <a:t>33</a:t>
            </a:fld>
            <a:endParaRPr lang="en-PL" dirty="0"/>
          </a:p>
        </p:txBody>
      </p:sp>
      <p:cxnSp>
        <p:nvCxnSpPr>
          <p:cNvPr id="5" name="Straight Connector 4">
            <a:extLst>
              <a:ext uri="{FF2B5EF4-FFF2-40B4-BE49-F238E27FC236}">
                <a16:creationId xmlns:a16="http://schemas.microsoft.com/office/drawing/2014/main" id="{757AFA9A-46E8-72D9-A6BC-B62BB09BFA94}"/>
              </a:ext>
            </a:extLst>
          </p:cNvPr>
          <p:cNvCxnSpPr>
            <a:cxnSpLocks/>
          </p:cNvCxnSpPr>
          <p:nvPr/>
        </p:nvCxnSpPr>
        <p:spPr>
          <a:xfrm>
            <a:off x="550863" y="5453362"/>
            <a:ext cx="11090275" cy="0"/>
          </a:xfrm>
          <a:prstGeom prst="line">
            <a:avLst/>
          </a:prstGeom>
          <a:ln w="22225">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6FCA4431-63DF-350B-E5C4-DC8C16871471}"/>
              </a:ext>
            </a:extLst>
          </p:cNvPr>
          <p:cNvGrpSpPr/>
          <p:nvPr/>
        </p:nvGrpSpPr>
        <p:grpSpPr>
          <a:xfrm>
            <a:off x="550863" y="5369978"/>
            <a:ext cx="166767" cy="166767"/>
            <a:chOff x="1210519" y="3884270"/>
            <a:chExt cx="284544" cy="284544"/>
          </a:xfrm>
        </p:grpSpPr>
        <p:sp>
          <p:nvSpPr>
            <p:cNvPr id="9" name="Oval 8">
              <a:extLst>
                <a:ext uri="{FF2B5EF4-FFF2-40B4-BE49-F238E27FC236}">
                  <a16:creationId xmlns:a16="http://schemas.microsoft.com/office/drawing/2014/main" id="{96CB68E9-B090-EC3F-393D-7FCD232BF180}"/>
                </a:ext>
              </a:extLst>
            </p:cNvPr>
            <p:cNvSpPr/>
            <p:nvPr/>
          </p:nvSpPr>
          <p:spPr>
            <a:xfrm>
              <a:off x="1210519" y="3884270"/>
              <a:ext cx="284544" cy="284544"/>
            </a:xfrm>
            <a:prstGeom prst="ellipse">
              <a:avLst/>
            </a:prstGeom>
            <a:solidFill>
              <a:schemeClr val="bg1"/>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44BF1384-C0B6-8667-912C-5220A93A0B25}"/>
                </a:ext>
              </a:extLst>
            </p:cNvPr>
            <p:cNvSpPr/>
            <p:nvPr/>
          </p:nvSpPr>
          <p:spPr>
            <a:xfrm>
              <a:off x="1248619" y="3922370"/>
              <a:ext cx="208344" cy="208344"/>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4" name="Group 13">
            <a:extLst>
              <a:ext uri="{FF2B5EF4-FFF2-40B4-BE49-F238E27FC236}">
                <a16:creationId xmlns:a16="http://schemas.microsoft.com/office/drawing/2014/main" id="{121380C9-3730-BD13-0FCD-17171D248C8D}"/>
              </a:ext>
            </a:extLst>
          </p:cNvPr>
          <p:cNvGrpSpPr/>
          <p:nvPr/>
        </p:nvGrpSpPr>
        <p:grpSpPr>
          <a:xfrm>
            <a:off x="2630108" y="5369978"/>
            <a:ext cx="166767" cy="166767"/>
            <a:chOff x="1210519" y="3884270"/>
            <a:chExt cx="284544" cy="284544"/>
          </a:xfrm>
        </p:grpSpPr>
        <p:sp>
          <p:nvSpPr>
            <p:cNvPr id="15" name="Oval 14">
              <a:extLst>
                <a:ext uri="{FF2B5EF4-FFF2-40B4-BE49-F238E27FC236}">
                  <a16:creationId xmlns:a16="http://schemas.microsoft.com/office/drawing/2014/main" id="{A9FF6618-526F-20DF-F8A8-2462AF28C53D}"/>
                </a:ext>
              </a:extLst>
            </p:cNvPr>
            <p:cNvSpPr/>
            <p:nvPr/>
          </p:nvSpPr>
          <p:spPr>
            <a:xfrm>
              <a:off x="1210519" y="3884270"/>
              <a:ext cx="284544" cy="284544"/>
            </a:xfrm>
            <a:prstGeom prst="ellipse">
              <a:avLst/>
            </a:prstGeom>
            <a:solidFill>
              <a:schemeClr val="bg1"/>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6CB3442A-C6B4-0BE4-9544-39F41B7D8B1D}"/>
                </a:ext>
              </a:extLst>
            </p:cNvPr>
            <p:cNvSpPr/>
            <p:nvPr/>
          </p:nvSpPr>
          <p:spPr>
            <a:xfrm>
              <a:off x="1248619" y="3922370"/>
              <a:ext cx="208344" cy="208344"/>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7" name="Group 16">
            <a:extLst>
              <a:ext uri="{FF2B5EF4-FFF2-40B4-BE49-F238E27FC236}">
                <a16:creationId xmlns:a16="http://schemas.microsoft.com/office/drawing/2014/main" id="{40933555-D3EB-1FEE-3AC3-45BAF69C94B1}"/>
              </a:ext>
            </a:extLst>
          </p:cNvPr>
          <p:cNvGrpSpPr/>
          <p:nvPr/>
        </p:nvGrpSpPr>
        <p:grpSpPr>
          <a:xfrm>
            <a:off x="8867843" y="5369978"/>
            <a:ext cx="166767" cy="166767"/>
            <a:chOff x="1210519" y="3884270"/>
            <a:chExt cx="284544" cy="284544"/>
          </a:xfrm>
        </p:grpSpPr>
        <p:sp>
          <p:nvSpPr>
            <p:cNvPr id="18" name="Oval 17">
              <a:extLst>
                <a:ext uri="{FF2B5EF4-FFF2-40B4-BE49-F238E27FC236}">
                  <a16:creationId xmlns:a16="http://schemas.microsoft.com/office/drawing/2014/main" id="{885D73BD-13DD-55F5-E02F-62B7906E4777}"/>
                </a:ext>
              </a:extLst>
            </p:cNvPr>
            <p:cNvSpPr/>
            <p:nvPr/>
          </p:nvSpPr>
          <p:spPr>
            <a:xfrm>
              <a:off x="1210519" y="3884270"/>
              <a:ext cx="284544" cy="284544"/>
            </a:xfrm>
            <a:prstGeom prst="ellipse">
              <a:avLst/>
            </a:prstGeom>
            <a:solidFill>
              <a:schemeClr val="bg1"/>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a:extLst>
                <a:ext uri="{FF2B5EF4-FFF2-40B4-BE49-F238E27FC236}">
                  <a16:creationId xmlns:a16="http://schemas.microsoft.com/office/drawing/2014/main" id="{5C39960E-A0C6-D85E-7A35-3CF8138A8E14}"/>
                </a:ext>
              </a:extLst>
            </p:cNvPr>
            <p:cNvSpPr/>
            <p:nvPr/>
          </p:nvSpPr>
          <p:spPr>
            <a:xfrm>
              <a:off x="1248619" y="3922370"/>
              <a:ext cx="208344" cy="208344"/>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0" name="Group 19">
            <a:extLst>
              <a:ext uri="{FF2B5EF4-FFF2-40B4-BE49-F238E27FC236}">
                <a16:creationId xmlns:a16="http://schemas.microsoft.com/office/drawing/2014/main" id="{5A4F33B7-9C7E-22A7-0E3B-B1FA88D68BDA}"/>
              </a:ext>
            </a:extLst>
          </p:cNvPr>
          <p:cNvGrpSpPr/>
          <p:nvPr/>
        </p:nvGrpSpPr>
        <p:grpSpPr>
          <a:xfrm>
            <a:off x="4709353" y="5369978"/>
            <a:ext cx="166767" cy="166767"/>
            <a:chOff x="1210519" y="3884270"/>
            <a:chExt cx="284544" cy="284544"/>
          </a:xfrm>
        </p:grpSpPr>
        <p:sp>
          <p:nvSpPr>
            <p:cNvPr id="21" name="Oval 20">
              <a:extLst>
                <a:ext uri="{FF2B5EF4-FFF2-40B4-BE49-F238E27FC236}">
                  <a16:creationId xmlns:a16="http://schemas.microsoft.com/office/drawing/2014/main" id="{DF6D00C0-1859-C6E7-5AE4-F999A1443E6E}"/>
                </a:ext>
              </a:extLst>
            </p:cNvPr>
            <p:cNvSpPr/>
            <p:nvPr/>
          </p:nvSpPr>
          <p:spPr>
            <a:xfrm>
              <a:off x="1210519" y="3884270"/>
              <a:ext cx="284544" cy="284544"/>
            </a:xfrm>
            <a:prstGeom prst="ellipse">
              <a:avLst/>
            </a:prstGeom>
            <a:solidFill>
              <a:schemeClr val="bg1"/>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Oval 21">
              <a:extLst>
                <a:ext uri="{FF2B5EF4-FFF2-40B4-BE49-F238E27FC236}">
                  <a16:creationId xmlns:a16="http://schemas.microsoft.com/office/drawing/2014/main" id="{F9BB2A98-8849-B738-B212-32818DBDDE99}"/>
                </a:ext>
              </a:extLst>
            </p:cNvPr>
            <p:cNvSpPr/>
            <p:nvPr/>
          </p:nvSpPr>
          <p:spPr>
            <a:xfrm>
              <a:off x="1248619" y="3922370"/>
              <a:ext cx="208344" cy="208344"/>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3" name="Group 22">
            <a:extLst>
              <a:ext uri="{FF2B5EF4-FFF2-40B4-BE49-F238E27FC236}">
                <a16:creationId xmlns:a16="http://schemas.microsoft.com/office/drawing/2014/main" id="{FBD6C882-7E00-FFF8-5DE7-BCAC7B69D89E}"/>
              </a:ext>
            </a:extLst>
          </p:cNvPr>
          <p:cNvGrpSpPr/>
          <p:nvPr/>
        </p:nvGrpSpPr>
        <p:grpSpPr>
          <a:xfrm>
            <a:off x="6788598" y="5369978"/>
            <a:ext cx="166767" cy="166767"/>
            <a:chOff x="1210519" y="3884270"/>
            <a:chExt cx="284544" cy="284544"/>
          </a:xfrm>
        </p:grpSpPr>
        <p:sp>
          <p:nvSpPr>
            <p:cNvPr id="24" name="Oval 23">
              <a:extLst>
                <a:ext uri="{FF2B5EF4-FFF2-40B4-BE49-F238E27FC236}">
                  <a16:creationId xmlns:a16="http://schemas.microsoft.com/office/drawing/2014/main" id="{35D356BD-F9AF-D7B7-2EB1-C68250F540A0}"/>
                </a:ext>
              </a:extLst>
            </p:cNvPr>
            <p:cNvSpPr/>
            <p:nvPr/>
          </p:nvSpPr>
          <p:spPr>
            <a:xfrm>
              <a:off x="1210519" y="3884270"/>
              <a:ext cx="284544" cy="284544"/>
            </a:xfrm>
            <a:prstGeom prst="ellipse">
              <a:avLst/>
            </a:prstGeom>
            <a:solidFill>
              <a:schemeClr val="bg1"/>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Oval 24">
              <a:extLst>
                <a:ext uri="{FF2B5EF4-FFF2-40B4-BE49-F238E27FC236}">
                  <a16:creationId xmlns:a16="http://schemas.microsoft.com/office/drawing/2014/main" id="{69C2AA6C-DD61-3C7D-6EA2-33626531F698}"/>
                </a:ext>
              </a:extLst>
            </p:cNvPr>
            <p:cNvSpPr/>
            <p:nvPr/>
          </p:nvSpPr>
          <p:spPr>
            <a:xfrm>
              <a:off x="1248619" y="3922370"/>
              <a:ext cx="208344" cy="208344"/>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6" name="Group 25">
            <a:extLst>
              <a:ext uri="{FF2B5EF4-FFF2-40B4-BE49-F238E27FC236}">
                <a16:creationId xmlns:a16="http://schemas.microsoft.com/office/drawing/2014/main" id="{AD5D63C8-F103-2784-C55C-1AAA502F402D}"/>
              </a:ext>
            </a:extLst>
          </p:cNvPr>
          <p:cNvGrpSpPr/>
          <p:nvPr/>
        </p:nvGrpSpPr>
        <p:grpSpPr>
          <a:xfrm>
            <a:off x="10947087" y="5369978"/>
            <a:ext cx="166767" cy="166767"/>
            <a:chOff x="1210519" y="3884270"/>
            <a:chExt cx="284544" cy="284544"/>
          </a:xfrm>
        </p:grpSpPr>
        <p:sp>
          <p:nvSpPr>
            <p:cNvPr id="27" name="Oval 26">
              <a:extLst>
                <a:ext uri="{FF2B5EF4-FFF2-40B4-BE49-F238E27FC236}">
                  <a16:creationId xmlns:a16="http://schemas.microsoft.com/office/drawing/2014/main" id="{A5FA1170-87A9-422D-89A4-2FE3C683C58F}"/>
                </a:ext>
              </a:extLst>
            </p:cNvPr>
            <p:cNvSpPr/>
            <p:nvPr/>
          </p:nvSpPr>
          <p:spPr>
            <a:xfrm>
              <a:off x="1210519" y="3884270"/>
              <a:ext cx="284544" cy="284544"/>
            </a:xfrm>
            <a:prstGeom prst="ellipse">
              <a:avLst/>
            </a:prstGeom>
            <a:solidFill>
              <a:schemeClr val="bg1"/>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val 27">
              <a:extLst>
                <a:ext uri="{FF2B5EF4-FFF2-40B4-BE49-F238E27FC236}">
                  <a16:creationId xmlns:a16="http://schemas.microsoft.com/office/drawing/2014/main" id="{BFD1841B-F26D-0E1D-623D-C9B5469A38EE}"/>
                </a:ext>
              </a:extLst>
            </p:cNvPr>
            <p:cNvSpPr/>
            <p:nvPr/>
          </p:nvSpPr>
          <p:spPr>
            <a:xfrm>
              <a:off x="1248619" y="3922370"/>
              <a:ext cx="208344" cy="208344"/>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32" name="Straight Connector 31">
            <a:extLst>
              <a:ext uri="{FF2B5EF4-FFF2-40B4-BE49-F238E27FC236}">
                <a16:creationId xmlns:a16="http://schemas.microsoft.com/office/drawing/2014/main" id="{B1ACCD60-B707-2187-C07F-B0683B0515D2}"/>
              </a:ext>
            </a:extLst>
          </p:cNvPr>
          <p:cNvCxnSpPr>
            <a:cxnSpLocks/>
          </p:cNvCxnSpPr>
          <p:nvPr/>
        </p:nvCxnSpPr>
        <p:spPr>
          <a:xfrm>
            <a:off x="631347" y="2237302"/>
            <a:ext cx="0" cy="3132676"/>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43E0CA9-BC84-11E4-7708-7DF6E40299D7}"/>
              </a:ext>
            </a:extLst>
          </p:cNvPr>
          <p:cNvCxnSpPr>
            <a:cxnSpLocks/>
          </p:cNvCxnSpPr>
          <p:nvPr/>
        </p:nvCxnSpPr>
        <p:spPr>
          <a:xfrm>
            <a:off x="2713487" y="2237302"/>
            <a:ext cx="0" cy="3132676"/>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0F70DE7-3C49-BF07-787E-02A9DC22F8EC}"/>
              </a:ext>
            </a:extLst>
          </p:cNvPr>
          <p:cNvCxnSpPr>
            <a:cxnSpLocks/>
          </p:cNvCxnSpPr>
          <p:nvPr/>
        </p:nvCxnSpPr>
        <p:spPr>
          <a:xfrm>
            <a:off x="4777815" y="2237302"/>
            <a:ext cx="0" cy="3132676"/>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6B6005E-5F1C-C828-6F3A-7F0DD1BA9021}"/>
              </a:ext>
            </a:extLst>
          </p:cNvPr>
          <p:cNvCxnSpPr>
            <a:cxnSpLocks/>
          </p:cNvCxnSpPr>
          <p:nvPr/>
        </p:nvCxnSpPr>
        <p:spPr>
          <a:xfrm>
            <a:off x="6865893" y="2237302"/>
            <a:ext cx="0" cy="3132676"/>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2BBCEB0-39E0-CAE5-2C0F-A644778DC70C}"/>
              </a:ext>
            </a:extLst>
          </p:cNvPr>
          <p:cNvCxnSpPr>
            <a:cxnSpLocks/>
          </p:cNvCxnSpPr>
          <p:nvPr/>
        </p:nvCxnSpPr>
        <p:spPr>
          <a:xfrm>
            <a:off x="8948033" y="2237302"/>
            <a:ext cx="0" cy="3132676"/>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1F80E49-34FF-E170-6B50-A0B22370B4D9}"/>
              </a:ext>
            </a:extLst>
          </p:cNvPr>
          <p:cNvCxnSpPr>
            <a:cxnSpLocks/>
          </p:cNvCxnSpPr>
          <p:nvPr/>
        </p:nvCxnSpPr>
        <p:spPr>
          <a:xfrm>
            <a:off x="11024235" y="2237302"/>
            <a:ext cx="0" cy="3132676"/>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35097A15-E16B-3881-822F-D57C9D770FEE}"/>
              </a:ext>
            </a:extLst>
          </p:cNvPr>
          <p:cNvSpPr txBox="1"/>
          <p:nvPr/>
        </p:nvSpPr>
        <p:spPr>
          <a:xfrm>
            <a:off x="677330" y="5572388"/>
            <a:ext cx="1952778" cy="276999"/>
          </a:xfrm>
          <a:prstGeom prst="rect">
            <a:avLst/>
          </a:prstGeom>
          <a:noFill/>
        </p:spPr>
        <p:txBody>
          <a:bodyPr wrap="none" rtlCol="0">
            <a:spAutoFit/>
          </a:bodyPr>
          <a:lstStyle/>
          <a:p>
            <a:pPr algn="ctr"/>
            <a:r>
              <a:rPr lang="en-GB" sz="1200" dirty="0">
                <a:solidFill>
                  <a:schemeClr val="accent3"/>
                </a:solidFill>
              </a:rPr>
              <a:t>unit of time (week, month)</a:t>
            </a:r>
          </a:p>
        </p:txBody>
      </p:sp>
      <p:sp>
        <p:nvSpPr>
          <p:cNvPr id="39" name="TextBox 38">
            <a:extLst>
              <a:ext uri="{FF2B5EF4-FFF2-40B4-BE49-F238E27FC236}">
                <a16:creationId xmlns:a16="http://schemas.microsoft.com/office/drawing/2014/main" id="{35AA8015-DBA3-6B5C-7983-7E4CCD718D32}"/>
              </a:ext>
            </a:extLst>
          </p:cNvPr>
          <p:cNvSpPr txBox="1"/>
          <p:nvPr/>
        </p:nvSpPr>
        <p:spPr>
          <a:xfrm>
            <a:off x="2756575" y="5572388"/>
            <a:ext cx="1952778" cy="276999"/>
          </a:xfrm>
          <a:prstGeom prst="rect">
            <a:avLst/>
          </a:prstGeom>
          <a:noFill/>
        </p:spPr>
        <p:txBody>
          <a:bodyPr wrap="none" rtlCol="0">
            <a:spAutoFit/>
          </a:bodyPr>
          <a:lstStyle/>
          <a:p>
            <a:pPr algn="ctr"/>
            <a:r>
              <a:rPr lang="en-GB" sz="1200" dirty="0">
                <a:solidFill>
                  <a:schemeClr val="accent3"/>
                </a:solidFill>
              </a:rPr>
              <a:t>unit of time (week, month)</a:t>
            </a:r>
          </a:p>
        </p:txBody>
      </p:sp>
      <p:sp>
        <p:nvSpPr>
          <p:cNvPr id="40" name="TextBox 39">
            <a:extLst>
              <a:ext uri="{FF2B5EF4-FFF2-40B4-BE49-F238E27FC236}">
                <a16:creationId xmlns:a16="http://schemas.microsoft.com/office/drawing/2014/main" id="{0956AC98-18FF-9A16-6DF4-45A33D20134D}"/>
              </a:ext>
            </a:extLst>
          </p:cNvPr>
          <p:cNvSpPr txBox="1"/>
          <p:nvPr/>
        </p:nvSpPr>
        <p:spPr>
          <a:xfrm>
            <a:off x="4858150" y="5572388"/>
            <a:ext cx="1952778" cy="276999"/>
          </a:xfrm>
          <a:prstGeom prst="rect">
            <a:avLst/>
          </a:prstGeom>
          <a:noFill/>
        </p:spPr>
        <p:txBody>
          <a:bodyPr wrap="none" rtlCol="0">
            <a:spAutoFit/>
          </a:bodyPr>
          <a:lstStyle/>
          <a:p>
            <a:pPr algn="ctr"/>
            <a:r>
              <a:rPr lang="en-GB" sz="1200" dirty="0">
                <a:solidFill>
                  <a:schemeClr val="accent3"/>
                </a:solidFill>
              </a:rPr>
              <a:t>unit of time (week, month)</a:t>
            </a:r>
          </a:p>
        </p:txBody>
      </p:sp>
      <p:sp>
        <p:nvSpPr>
          <p:cNvPr id="41" name="TextBox 40">
            <a:extLst>
              <a:ext uri="{FF2B5EF4-FFF2-40B4-BE49-F238E27FC236}">
                <a16:creationId xmlns:a16="http://schemas.microsoft.com/office/drawing/2014/main" id="{9A7F9F0A-D4D7-9E69-56F3-E65AFC063249}"/>
              </a:ext>
            </a:extLst>
          </p:cNvPr>
          <p:cNvSpPr txBox="1"/>
          <p:nvPr/>
        </p:nvSpPr>
        <p:spPr>
          <a:xfrm>
            <a:off x="6937395" y="5572388"/>
            <a:ext cx="1952778" cy="276999"/>
          </a:xfrm>
          <a:prstGeom prst="rect">
            <a:avLst/>
          </a:prstGeom>
          <a:noFill/>
        </p:spPr>
        <p:txBody>
          <a:bodyPr wrap="none" rtlCol="0">
            <a:spAutoFit/>
          </a:bodyPr>
          <a:lstStyle/>
          <a:p>
            <a:pPr algn="ctr"/>
            <a:r>
              <a:rPr lang="en-GB" sz="1200" dirty="0">
                <a:solidFill>
                  <a:schemeClr val="accent3"/>
                </a:solidFill>
              </a:rPr>
              <a:t>unit of time (week, month)</a:t>
            </a:r>
          </a:p>
        </p:txBody>
      </p:sp>
      <p:sp>
        <p:nvSpPr>
          <p:cNvPr id="42" name="TextBox 41">
            <a:extLst>
              <a:ext uri="{FF2B5EF4-FFF2-40B4-BE49-F238E27FC236}">
                <a16:creationId xmlns:a16="http://schemas.microsoft.com/office/drawing/2014/main" id="{5CD2F574-6B44-41B5-34AB-9DDC6228CC68}"/>
              </a:ext>
            </a:extLst>
          </p:cNvPr>
          <p:cNvSpPr txBox="1"/>
          <p:nvPr/>
        </p:nvSpPr>
        <p:spPr>
          <a:xfrm>
            <a:off x="9016639" y="5572388"/>
            <a:ext cx="1952778" cy="276999"/>
          </a:xfrm>
          <a:prstGeom prst="rect">
            <a:avLst/>
          </a:prstGeom>
          <a:noFill/>
        </p:spPr>
        <p:txBody>
          <a:bodyPr wrap="none" rtlCol="0">
            <a:spAutoFit/>
          </a:bodyPr>
          <a:lstStyle/>
          <a:p>
            <a:pPr algn="ctr"/>
            <a:r>
              <a:rPr lang="en-GB" sz="1200" dirty="0">
                <a:solidFill>
                  <a:schemeClr val="accent3"/>
                </a:solidFill>
              </a:rPr>
              <a:t>unit of time (week, month)</a:t>
            </a:r>
          </a:p>
        </p:txBody>
      </p:sp>
      <p:sp>
        <p:nvSpPr>
          <p:cNvPr id="43" name="Rounded Rectangle 42">
            <a:extLst>
              <a:ext uri="{FF2B5EF4-FFF2-40B4-BE49-F238E27FC236}">
                <a16:creationId xmlns:a16="http://schemas.microsoft.com/office/drawing/2014/main" id="{BD9EC281-A6C3-AEE8-F37C-3F4DE2CA000C}"/>
              </a:ext>
            </a:extLst>
          </p:cNvPr>
          <p:cNvSpPr/>
          <p:nvPr/>
        </p:nvSpPr>
        <p:spPr>
          <a:xfrm>
            <a:off x="686474" y="4366124"/>
            <a:ext cx="1975108" cy="387175"/>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t>Process element</a:t>
            </a:r>
          </a:p>
        </p:txBody>
      </p:sp>
      <p:sp>
        <p:nvSpPr>
          <p:cNvPr id="44" name="Rounded Rectangle 43">
            <a:extLst>
              <a:ext uri="{FF2B5EF4-FFF2-40B4-BE49-F238E27FC236}">
                <a16:creationId xmlns:a16="http://schemas.microsoft.com/office/drawing/2014/main" id="{E34E2075-9FFE-E5F8-675C-88A0BB631DB4}"/>
              </a:ext>
            </a:extLst>
          </p:cNvPr>
          <p:cNvSpPr/>
          <p:nvPr/>
        </p:nvSpPr>
        <p:spPr>
          <a:xfrm>
            <a:off x="2774536" y="4793724"/>
            <a:ext cx="4036387" cy="387175"/>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t>Process element</a:t>
            </a:r>
          </a:p>
        </p:txBody>
      </p:sp>
      <p:sp>
        <p:nvSpPr>
          <p:cNvPr id="45" name="Rounded Rectangle 44">
            <a:extLst>
              <a:ext uri="{FF2B5EF4-FFF2-40B4-BE49-F238E27FC236}">
                <a16:creationId xmlns:a16="http://schemas.microsoft.com/office/drawing/2014/main" id="{1AA4024B-6FEA-C721-F08F-C0EE3640FA38}"/>
              </a:ext>
            </a:extLst>
          </p:cNvPr>
          <p:cNvSpPr/>
          <p:nvPr/>
        </p:nvSpPr>
        <p:spPr>
          <a:xfrm>
            <a:off x="2783372" y="4371039"/>
            <a:ext cx="3013924" cy="387175"/>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t>Process element</a:t>
            </a:r>
          </a:p>
        </p:txBody>
      </p:sp>
      <p:sp>
        <p:nvSpPr>
          <p:cNvPr id="46" name="Rounded Rectangle 45">
            <a:extLst>
              <a:ext uri="{FF2B5EF4-FFF2-40B4-BE49-F238E27FC236}">
                <a16:creationId xmlns:a16="http://schemas.microsoft.com/office/drawing/2014/main" id="{0CBFF7A5-75CA-CEC1-BF8A-9573FC9983A4}"/>
              </a:ext>
            </a:extLst>
          </p:cNvPr>
          <p:cNvSpPr/>
          <p:nvPr/>
        </p:nvSpPr>
        <p:spPr>
          <a:xfrm>
            <a:off x="4847699" y="3951316"/>
            <a:ext cx="4036387" cy="387175"/>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t>Process element</a:t>
            </a:r>
          </a:p>
        </p:txBody>
      </p:sp>
      <p:sp>
        <p:nvSpPr>
          <p:cNvPr id="47" name="TextBox 46">
            <a:extLst>
              <a:ext uri="{FF2B5EF4-FFF2-40B4-BE49-F238E27FC236}">
                <a16:creationId xmlns:a16="http://schemas.microsoft.com/office/drawing/2014/main" id="{A99867AB-6CDF-BFFE-545B-5E291A5425BC}"/>
              </a:ext>
            </a:extLst>
          </p:cNvPr>
          <p:cNvSpPr txBox="1"/>
          <p:nvPr/>
        </p:nvSpPr>
        <p:spPr>
          <a:xfrm>
            <a:off x="4916824" y="1948068"/>
            <a:ext cx="1877437" cy="369332"/>
          </a:xfrm>
          <a:prstGeom prst="rect">
            <a:avLst/>
          </a:prstGeom>
          <a:noFill/>
        </p:spPr>
        <p:txBody>
          <a:bodyPr wrap="none" rtlCol="0">
            <a:spAutoFit/>
          </a:bodyPr>
          <a:lstStyle/>
          <a:p>
            <a:pPr algn="ctr"/>
            <a:r>
              <a:rPr lang="en-GB" b="1" dirty="0">
                <a:solidFill>
                  <a:schemeClr val="tx2"/>
                </a:solidFill>
              </a:rPr>
              <a:t>Important point</a:t>
            </a:r>
          </a:p>
        </p:txBody>
      </p:sp>
      <p:sp>
        <p:nvSpPr>
          <p:cNvPr id="48" name="TextBox 47">
            <a:extLst>
              <a:ext uri="{FF2B5EF4-FFF2-40B4-BE49-F238E27FC236}">
                <a16:creationId xmlns:a16="http://schemas.microsoft.com/office/drawing/2014/main" id="{EED069F3-E2B6-D74F-45BC-F2A994C2A88C}"/>
              </a:ext>
            </a:extLst>
          </p:cNvPr>
          <p:cNvSpPr txBox="1"/>
          <p:nvPr/>
        </p:nvSpPr>
        <p:spPr>
          <a:xfrm>
            <a:off x="4974603" y="2317400"/>
            <a:ext cx="1761877" cy="646331"/>
          </a:xfrm>
          <a:prstGeom prst="rect">
            <a:avLst/>
          </a:prstGeom>
          <a:noFill/>
        </p:spPr>
        <p:txBody>
          <a:bodyPr wrap="square" rtlCol="0">
            <a:spAutoFit/>
          </a:bodyPr>
          <a:lstStyle/>
          <a:p>
            <a:pPr algn="ctr"/>
            <a:r>
              <a:rPr lang="en-GB" sz="1200" dirty="0">
                <a:effectLst/>
              </a:rPr>
              <a:t>Lorem ipsum </a:t>
            </a:r>
            <a:r>
              <a:rPr lang="en-GB" sz="1200" dirty="0" err="1">
                <a:effectLst/>
              </a:rPr>
              <a:t>dolor</a:t>
            </a:r>
            <a:r>
              <a:rPr lang="en-GB" sz="1200" dirty="0">
                <a:effectLst/>
              </a:rPr>
              <a:t> sit </a:t>
            </a:r>
            <a:r>
              <a:rPr lang="en-GB" sz="1200" dirty="0" err="1">
                <a:effectLst/>
              </a:rPr>
              <a:t>amet</a:t>
            </a:r>
            <a:r>
              <a:rPr lang="en-GB" sz="1200" dirty="0">
                <a:effectLst/>
              </a:rPr>
              <a:t>, </a:t>
            </a:r>
            <a:r>
              <a:rPr lang="en-GB" sz="1200" dirty="0" err="1">
                <a:effectLst/>
              </a:rPr>
              <a:t>consectetur</a:t>
            </a:r>
            <a:r>
              <a:rPr lang="en-GB" sz="1200" dirty="0">
                <a:effectLst/>
              </a:rPr>
              <a:t> </a:t>
            </a:r>
            <a:r>
              <a:rPr lang="en-GB" sz="1200" dirty="0" err="1">
                <a:effectLst/>
              </a:rPr>
              <a:t>adipiscing</a:t>
            </a:r>
            <a:r>
              <a:rPr lang="en-GB" sz="1200" dirty="0">
                <a:effectLst/>
              </a:rPr>
              <a:t> </a:t>
            </a:r>
            <a:r>
              <a:rPr lang="en-GB" sz="1200" dirty="0" err="1">
                <a:effectLst/>
              </a:rPr>
              <a:t>elit</a:t>
            </a:r>
            <a:r>
              <a:rPr lang="en-GB" sz="1200" dirty="0">
                <a:effectLst/>
              </a:rPr>
              <a:t>. </a:t>
            </a:r>
            <a:endParaRPr lang="en-GB" sz="1200" dirty="0"/>
          </a:p>
        </p:txBody>
      </p:sp>
      <p:pic>
        <p:nvPicPr>
          <p:cNvPr id="49" name="Graphic 48">
            <a:extLst>
              <a:ext uri="{FF2B5EF4-FFF2-40B4-BE49-F238E27FC236}">
                <a16:creationId xmlns:a16="http://schemas.microsoft.com/office/drawing/2014/main" id="{78E7E028-FBAC-B7E0-095E-E873156E1512}"/>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583350" y="1352725"/>
            <a:ext cx="493532" cy="524418"/>
          </a:xfrm>
          <a:prstGeom prst="rect">
            <a:avLst/>
          </a:prstGeom>
        </p:spPr>
      </p:pic>
      <p:grpSp>
        <p:nvGrpSpPr>
          <p:cNvPr id="50" name="Group 49">
            <a:extLst>
              <a:ext uri="{FF2B5EF4-FFF2-40B4-BE49-F238E27FC236}">
                <a16:creationId xmlns:a16="http://schemas.microsoft.com/office/drawing/2014/main" id="{4E9F0151-FE45-6003-EDF6-7F115EF9F5E2}"/>
              </a:ext>
            </a:extLst>
          </p:cNvPr>
          <p:cNvGrpSpPr/>
          <p:nvPr/>
        </p:nvGrpSpPr>
        <p:grpSpPr>
          <a:xfrm>
            <a:off x="5714524" y="3183818"/>
            <a:ext cx="284544" cy="284544"/>
            <a:chOff x="1210519" y="3884270"/>
            <a:chExt cx="284544" cy="284544"/>
          </a:xfrm>
        </p:grpSpPr>
        <p:sp>
          <p:nvSpPr>
            <p:cNvPr id="51" name="Oval 50">
              <a:extLst>
                <a:ext uri="{FF2B5EF4-FFF2-40B4-BE49-F238E27FC236}">
                  <a16:creationId xmlns:a16="http://schemas.microsoft.com/office/drawing/2014/main" id="{172B5C06-1739-3A17-D090-011DC70CE46C}"/>
                </a:ext>
              </a:extLst>
            </p:cNvPr>
            <p:cNvSpPr/>
            <p:nvPr/>
          </p:nvSpPr>
          <p:spPr>
            <a:xfrm>
              <a:off x="1210519" y="3884270"/>
              <a:ext cx="284544" cy="284544"/>
            </a:xfrm>
            <a:prstGeom prst="ellipse">
              <a:avLst/>
            </a:prstGeom>
            <a:solidFill>
              <a:schemeClr val="bg1"/>
            </a:solidFill>
            <a:ln w="222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Oval 51">
              <a:extLst>
                <a:ext uri="{FF2B5EF4-FFF2-40B4-BE49-F238E27FC236}">
                  <a16:creationId xmlns:a16="http://schemas.microsoft.com/office/drawing/2014/main" id="{7CAE1BFF-0E7D-1C72-E7F8-0073241237AF}"/>
                </a:ext>
              </a:extLst>
            </p:cNvPr>
            <p:cNvSpPr/>
            <p:nvPr/>
          </p:nvSpPr>
          <p:spPr>
            <a:xfrm>
              <a:off x="1248619" y="3922370"/>
              <a:ext cx="208344" cy="208344"/>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5" name="Group 54">
            <a:extLst>
              <a:ext uri="{FF2B5EF4-FFF2-40B4-BE49-F238E27FC236}">
                <a16:creationId xmlns:a16="http://schemas.microsoft.com/office/drawing/2014/main" id="{61AEF611-6888-D662-4645-A68BF31F55A9}"/>
              </a:ext>
            </a:extLst>
          </p:cNvPr>
          <p:cNvGrpSpPr/>
          <p:nvPr/>
        </p:nvGrpSpPr>
        <p:grpSpPr>
          <a:xfrm>
            <a:off x="2292796" y="3037219"/>
            <a:ext cx="166767" cy="166767"/>
            <a:chOff x="1210519" y="3884270"/>
            <a:chExt cx="284544" cy="284544"/>
          </a:xfrm>
        </p:grpSpPr>
        <p:sp>
          <p:nvSpPr>
            <p:cNvPr id="56" name="Oval 55">
              <a:extLst>
                <a:ext uri="{FF2B5EF4-FFF2-40B4-BE49-F238E27FC236}">
                  <a16:creationId xmlns:a16="http://schemas.microsoft.com/office/drawing/2014/main" id="{58A0B4A9-F31C-C3A8-FB89-6E7FFE3B8FEF}"/>
                </a:ext>
              </a:extLst>
            </p:cNvPr>
            <p:cNvSpPr/>
            <p:nvPr/>
          </p:nvSpPr>
          <p:spPr>
            <a:xfrm>
              <a:off x="1210519" y="3884270"/>
              <a:ext cx="284544" cy="284544"/>
            </a:xfrm>
            <a:prstGeom prst="ellipse">
              <a:avLst/>
            </a:prstGeom>
            <a:solidFill>
              <a:schemeClr val="bg1"/>
            </a:solidFill>
            <a:ln w="127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Oval 56">
              <a:extLst>
                <a:ext uri="{FF2B5EF4-FFF2-40B4-BE49-F238E27FC236}">
                  <a16:creationId xmlns:a16="http://schemas.microsoft.com/office/drawing/2014/main" id="{21569FD5-9D84-4FE7-6EFB-CC7C5C26BF14}"/>
                </a:ext>
              </a:extLst>
            </p:cNvPr>
            <p:cNvSpPr/>
            <p:nvPr/>
          </p:nvSpPr>
          <p:spPr>
            <a:xfrm>
              <a:off x="1248619" y="3922370"/>
              <a:ext cx="208344" cy="208344"/>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58" name="TextBox 57">
            <a:extLst>
              <a:ext uri="{FF2B5EF4-FFF2-40B4-BE49-F238E27FC236}">
                <a16:creationId xmlns:a16="http://schemas.microsoft.com/office/drawing/2014/main" id="{C38D0B9F-DABB-CF98-C4BD-D1AC11119ABC}"/>
              </a:ext>
            </a:extLst>
          </p:cNvPr>
          <p:cNvSpPr txBox="1"/>
          <p:nvPr/>
        </p:nvSpPr>
        <p:spPr>
          <a:xfrm>
            <a:off x="1498173" y="2553986"/>
            <a:ext cx="1761877" cy="369332"/>
          </a:xfrm>
          <a:prstGeom prst="rect">
            <a:avLst/>
          </a:prstGeom>
          <a:solidFill>
            <a:schemeClr val="bg1"/>
          </a:solidFill>
        </p:spPr>
        <p:txBody>
          <a:bodyPr wrap="square" rtlCol="0">
            <a:spAutoFit/>
          </a:bodyPr>
          <a:lstStyle/>
          <a:p>
            <a:pPr algn="ctr"/>
            <a:r>
              <a:rPr lang="en-GB" sz="900" dirty="0">
                <a:effectLst/>
              </a:rPr>
              <a:t>Lorem ipsum </a:t>
            </a:r>
            <a:r>
              <a:rPr lang="en-GB" sz="900" dirty="0" err="1">
                <a:effectLst/>
              </a:rPr>
              <a:t>dolor</a:t>
            </a:r>
            <a:r>
              <a:rPr lang="en-GB" sz="900" dirty="0">
                <a:effectLst/>
              </a:rPr>
              <a:t> sit </a:t>
            </a:r>
            <a:r>
              <a:rPr lang="en-GB" sz="900" dirty="0" err="1">
                <a:effectLst/>
              </a:rPr>
              <a:t>amet</a:t>
            </a:r>
            <a:r>
              <a:rPr lang="en-GB" sz="900" dirty="0">
                <a:effectLst/>
              </a:rPr>
              <a:t>, </a:t>
            </a:r>
            <a:r>
              <a:rPr lang="en-GB" sz="900" dirty="0" err="1">
                <a:effectLst/>
              </a:rPr>
              <a:t>consectetur</a:t>
            </a:r>
            <a:r>
              <a:rPr lang="en-GB" sz="900" dirty="0">
                <a:effectLst/>
              </a:rPr>
              <a:t> </a:t>
            </a:r>
            <a:r>
              <a:rPr lang="en-GB" sz="900" dirty="0" err="1">
                <a:effectLst/>
              </a:rPr>
              <a:t>adipiscing</a:t>
            </a:r>
            <a:r>
              <a:rPr lang="en-GB" sz="900" dirty="0">
                <a:effectLst/>
              </a:rPr>
              <a:t> </a:t>
            </a:r>
            <a:r>
              <a:rPr lang="en-GB" sz="900" dirty="0" err="1">
                <a:effectLst/>
              </a:rPr>
              <a:t>elit</a:t>
            </a:r>
            <a:r>
              <a:rPr lang="en-GB" sz="900" dirty="0">
                <a:effectLst/>
              </a:rPr>
              <a:t>. </a:t>
            </a:r>
            <a:endParaRPr lang="en-GB" sz="900" dirty="0"/>
          </a:p>
        </p:txBody>
      </p:sp>
      <p:sp>
        <p:nvSpPr>
          <p:cNvPr id="59" name="TextBox 58">
            <a:extLst>
              <a:ext uri="{FF2B5EF4-FFF2-40B4-BE49-F238E27FC236}">
                <a16:creationId xmlns:a16="http://schemas.microsoft.com/office/drawing/2014/main" id="{C5A20D42-79DD-A735-1669-B48DE8E1C62F}"/>
              </a:ext>
            </a:extLst>
          </p:cNvPr>
          <p:cNvSpPr txBox="1"/>
          <p:nvPr/>
        </p:nvSpPr>
        <p:spPr>
          <a:xfrm>
            <a:off x="1773912" y="2315543"/>
            <a:ext cx="1202572" cy="276999"/>
          </a:xfrm>
          <a:prstGeom prst="rect">
            <a:avLst/>
          </a:prstGeom>
          <a:solidFill>
            <a:schemeClr val="bg1"/>
          </a:solidFill>
        </p:spPr>
        <p:txBody>
          <a:bodyPr wrap="none" rtlCol="0">
            <a:spAutoFit/>
          </a:bodyPr>
          <a:lstStyle/>
          <a:p>
            <a:pPr algn="ctr"/>
            <a:r>
              <a:rPr lang="en-GB" sz="1200" b="1" dirty="0">
                <a:solidFill>
                  <a:schemeClr val="accent3"/>
                </a:solidFill>
              </a:rPr>
              <a:t>Process point</a:t>
            </a:r>
          </a:p>
        </p:txBody>
      </p:sp>
      <p:grpSp>
        <p:nvGrpSpPr>
          <p:cNvPr id="65" name="Group 64">
            <a:extLst>
              <a:ext uri="{FF2B5EF4-FFF2-40B4-BE49-F238E27FC236}">
                <a16:creationId xmlns:a16="http://schemas.microsoft.com/office/drawing/2014/main" id="{24869F2D-17D6-265C-E8E1-C00F66D74760}"/>
              </a:ext>
            </a:extLst>
          </p:cNvPr>
          <p:cNvGrpSpPr/>
          <p:nvPr/>
        </p:nvGrpSpPr>
        <p:grpSpPr>
          <a:xfrm>
            <a:off x="9932682" y="3037219"/>
            <a:ext cx="166767" cy="166767"/>
            <a:chOff x="1210519" y="3884270"/>
            <a:chExt cx="284544" cy="284544"/>
          </a:xfrm>
        </p:grpSpPr>
        <p:sp>
          <p:nvSpPr>
            <p:cNvPr id="66" name="Oval 65">
              <a:extLst>
                <a:ext uri="{FF2B5EF4-FFF2-40B4-BE49-F238E27FC236}">
                  <a16:creationId xmlns:a16="http://schemas.microsoft.com/office/drawing/2014/main" id="{E47FB52D-9125-6602-91A5-925B4836C297}"/>
                </a:ext>
              </a:extLst>
            </p:cNvPr>
            <p:cNvSpPr/>
            <p:nvPr/>
          </p:nvSpPr>
          <p:spPr>
            <a:xfrm>
              <a:off x="1210519" y="3884270"/>
              <a:ext cx="284544" cy="284544"/>
            </a:xfrm>
            <a:prstGeom prst="ellipse">
              <a:avLst/>
            </a:prstGeom>
            <a:solidFill>
              <a:schemeClr val="bg1"/>
            </a:solidFill>
            <a:ln w="127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Oval 66">
              <a:extLst>
                <a:ext uri="{FF2B5EF4-FFF2-40B4-BE49-F238E27FC236}">
                  <a16:creationId xmlns:a16="http://schemas.microsoft.com/office/drawing/2014/main" id="{EAA5A81C-7CB2-DAA2-0F07-44F0FE7F020C}"/>
                </a:ext>
              </a:extLst>
            </p:cNvPr>
            <p:cNvSpPr/>
            <p:nvPr/>
          </p:nvSpPr>
          <p:spPr>
            <a:xfrm>
              <a:off x="1248619" y="3922370"/>
              <a:ext cx="208344" cy="208344"/>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68" name="TextBox 67">
            <a:extLst>
              <a:ext uri="{FF2B5EF4-FFF2-40B4-BE49-F238E27FC236}">
                <a16:creationId xmlns:a16="http://schemas.microsoft.com/office/drawing/2014/main" id="{5388F92A-86C2-BEC1-0C40-F54A6CD86BD3}"/>
              </a:ext>
            </a:extLst>
          </p:cNvPr>
          <p:cNvSpPr txBox="1"/>
          <p:nvPr/>
        </p:nvSpPr>
        <p:spPr>
          <a:xfrm>
            <a:off x="9138059" y="2553986"/>
            <a:ext cx="1761877" cy="369332"/>
          </a:xfrm>
          <a:prstGeom prst="rect">
            <a:avLst/>
          </a:prstGeom>
          <a:solidFill>
            <a:schemeClr val="bg1"/>
          </a:solidFill>
        </p:spPr>
        <p:txBody>
          <a:bodyPr wrap="square" rtlCol="0">
            <a:spAutoFit/>
          </a:bodyPr>
          <a:lstStyle/>
          <a:p>
            <a:pPr algn="ctr"/>
            <a:r>
              <a:rPr lang="en-GB" sz="900" dirty="0">
                <a:effectLst/>
              </a:rPr>
              <a:t>Lorem ipsum </a:t>
            </a:r>
            <a:r>
              <a:rPr lang="en-GB" sz="900" dirty="0" err="1">
                <a:effectLst/>
              </a:rPr>
              <a:t>dolor</a:t>
            </a:r>
            <a:r>
              <a:rPr lang="en-GB" sz="900" dirty="0">
                <a:effectLst/>
              </a:rPr>
              <a:t> sit </a:t>
            </a:r>
            <a:r>
              <a:rPr lang="en-GB" sz="900" dirty="0" err="1">
                <a:effectLst/>
              </a:rPr>
              <a:t>amet</a:t>
            </a:r>
            <a:r>
              <a:rPr lang="en-GB" sz="900" dirty="0">
                <a:effectLst/>
              </a:rPr>
              <a:t>, </a:t>
            </a:r>
            <a:r>
              <a:rPr lang="en-GB" sz="900" dirty="0" err="1">
                <a:effectLst/>
              </a:rPr>
              <a:t>consectetur</a:t>
            </a:r>
            <a:r>
              <a:rPr lang="en-GB" sz="900" dirty="0">
                <a:effectLst/>
              </a:rPr>
              <a:t> </a:t>
            </a:r>
            <a:r>
              <a:rPr lang="en-GB" sz="900" dirty="0" err="1">
                <a:effectLst/>
              </a:rPr>
              <a:t>adipiscing</a:t>
            </a:r>
            <a:r>
              <a:rPr lang="en-GB" sz="900" dirty="0">
                <a:effectLst/>
              </a:rPr>
              <a:t> </a:t>
            </a:r>
            <a:r>
              <a:rPr lang="en-GB" sz="900" dirty="0" err="1">
                <a:effectLst/>
              </a:rPr>
              <a:t>elit</a:t>
            </a:r>
            <a:r>
              <a:rPr lang="en-GB" sz="900" dirty="0">
                <a:effectLst/>
              </a:rPr>
              <a:t>. </a:t>
            </a:r>
            <a:endParaRPr lang="en-GB" sz="900" dirty="0"/>
          </a:p>
        </p:txBody>
      </p:sp>
      <p:sp>
        <p:nvSpPr>
          <p:cNvPr id="69" name="TextBox 68">
            <a:extLst>
              <a:ext uri="{FF2B5EF4-FFF2-40B4-BE49-F238E27FC236}">
                <a16:creationId xmlns:a16="http://schemas.microsoft.com/office/drawing/2014/main" id="{4DC74EE9-056B-54BD-CA6E-D2B429B474E8}"/>
              </a:ext>
            </a:extLst>
          </p:cNvPr>
          <p:cNvSpPr txBox="1"/>
          <p:nvPr/>
        </p:nvSpPr>
        <p:spPr>
          <a:xfrm>
            <a:off x="9413798" y="2315543"/>
            <a:ext cx="1202572" cy="276999"/>
          </a:xfrm>
          <a:prstGeom prst="rect">
            <a:avLst/>
          </a:prstGeom>
          <a:solidFill>
            <a:schemeClr val="bg1"/>
          </a:solidFill>
        </p:spPr>
        <p:txBody>
          <a:bodyPr wrap="none" rtlCol="0">
            <a:spAutoFit/>
          </a:bodyPr>
          <a:lstStyle/>
          <a:p>
            <a:pPr algn="ctr"/>
            <a:r>
              <a:rPr lang="en-GB" sz="1200" b="1" dirty="0">
                <a:solidFill>
                  <a:schemeClr val="accent3"/>
                </a:solidFill>
              </a:rPr>
              <a:t>Process point</a:t>
            </a:r>
          </a:p>
        </p:txBody>
      </p:sp>
    </p:spTree>
    <p:extLst>
      <p:ext uri="{BB962C8B-B14F-4D97-AF65-F5344CB8AC3E}">
        <p14:creationId xmlns:p14="http://schemas.microsoft.com/office/powerpoint/2010/main" val="27531165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D333F-5397-C843-D71A-42D9F61CD25D}"/>
              </a:ext>
            </a:extLst>
          </p:cNvPr>
          <p:cNvSpPr>
            <a:spLocks noGrp="1"/>
          </p:cNvSpPr>
          <p:nvPr>
            <p:ph type="title"/>
          </p:nvPr>
        </p:nvSpPr>
        <p:spPr/>
        <p:txBody>
          <a:bodyPr/>
          <a:lstStyle/>
          <a:p>
            <a:endParaRPr lang="en-GB" dirty="0"/>
          </a:p>
        </p:txBody>
      </p:sp>
      <p:sp>
        <p:nvSpPr>
          <p:cNvPr id="3" name="Slide Number Placeholder 2">
            <a:extLst>
              <a:ext uri="{FF2B5EF4-FFF2-40B4-BE49-F238E27FC236}">
                <a16:creationId xmlns:a16="http://schemas.microsoft.com/office/drawing/2014/main" id="{AD6D6FF6-942D-8544-BC4F-1C8ACDF268C1}"/>
              </a:ext>
            </a:extLst>
          </p:cNvPr>
          <p:cNvSpPr>
            <a:spLocks noGrp="1"/>
          </p:cNvSpPr>
          <p:nvPr>
            <p:ph type="sldNum" sz="quarter" idx="10"/>
          </p:nvPr>
        </p:nvSpPr>
        <p:spPr/>
        <p:txBody>
          <a:bodyPr/>
          <a:lstStyle/>
          <a:p>
            <a:fld id="{4EE75B84-B7E0-4C4B-AC9D-894B0C074E7C}" type="slidenum">
              <a:rPr lang="en-PL" smtClean="0"/>
              <a:pPr/>
              <a:t>34</a:t>
            </a:fld>
            <a:endParaRPr lang="en-PL" dirty="0"/>
          </a:p>
        </p:txBody>
      </p:sp>
      <p:graphicFrame>
        <p:nvGraphicFramePr>
          <p:cNvPr id="5" name="Chart 4">
            <a:extLst>
              <a:ext uri="{FF2B5EF4-FFF2-40B4-BE49-F238E27FC236}">
                <a16:creationId xmlns:a16="http://schemas.microsoft.com/office/drawing/2014/main" id="{553C2CD9-EACF-DB11-6DE9-ABA5FAD4A7AA}"/>
              </a:ext>
            </a:extLst>
          </p:cNvPr>
          <p:cNvGraphicFramePr/>
          <p:nvPr>
            <p:extLst>
              <p:ext uri="{D42A27DB-BD31-4B8C-83A1-F6EECF244321}">
                <p14:modId xmlns:p14="http://schemas.microsoft.com/office/powerpoint/2010/main" val="1528076702"/>
              </p:ext>
            </p:extLst>
          </p:nvPr>
        </p:nvGraphicFramePr>
        <p:xfrm>
          <a:off x="638698" y="2181791"/>
          <a:ext cx="5457302" cy="363820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a:extLst>
              <a:ext uri="{FF2B5EF4-FFF2-40B4-BE49-F238E27FC236}">
                <a16:creationId xmlns:a16="http://schemas.microsoft.com/office/drawing/2014/main" id="{76A0F818-2B99-1C4F-F729-0944D6D49F09}"/>
              </a:ext>
            </a:extLst>
          </p:cNvPr>
          <p:cNvGraphicFramePr/>
          <p:nvPr>
            <p:extLst>
              <p:ext uri="{D42A27DB-BD31-4B8C-83A1-F6EECF244321}">
                <p14:modId xmlns:p14="http://schemas.microsoft.com/office/powerpoint/2010/main" val="2352363764"/>
              </p:ext>
            </p:extLst>
          </p:nvPr>
        </p:nvGraphicFramePr>
        <p:xfrm>
          <a:off x="6285053" y="2181791"/>
          <a:ext cx="5159737" cy="34398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245684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4A1D9-0885-4BA1-FDF6-FBFEA4E6C807}"/>
              </a:ext>
            </a:extLst>
          </p:cNvPr>
          <p:cNvSpPr>
            <a:spLocks noGrp="1"/>
          </p:cNvSpPr>
          <p:nvPr>
            <p:ph type="title"/>
          </p:nvPr>
        </p:nvSpPr>
        <p:spPr/>
        <p:txBody>
          <a:bodyPr/>
          <a:lstStyle/>
          <a:p>
            <a:endParaRPr lang="en-GB"/>
          </a:p>
        </p:txBody>
      </p:sp>
      <p:sp>
        <p:nvSpPr>
          <p:cNvPr id="3" name="Slide Number Placeholder 2">
            <a:extLst>
              <a:ext uri="{FF2B5EF4-FFF2-40B4-BE49-F238E27FC236}">
                <a16:creationId xmlns:a16="http://schemas.microsoft.com/office/drawing/2014/main" id="{79A91726-BC8C-5EFB-8270-ED6188126478}"/>
              </a:ext>
            </a:extLst>
          </p:cNvPr>
          <p:cNvSpPr>
            <a:spLocks noGrp="1"/>
          </p:cNvSpPr>
          <p:nvPr>
            <p:ph type="sldNum" sz="quarter" idx="10"/>
          </p:nvPr>
        </p:nvSpPr>
        <p:spPr/>
        <p:txBody>
          <a:bodyPr/>
          <a:lstStyle/>
          <a:p>
            <a:fld id="{4EE75B84-B7E0-4C4B-AC9D-894B0C074E7C}" type="slidenum">
              <a:rPr lang="en-PL" smtClean="0"/>
              <a:pPr/>
              <a:t>35</a:t>
            </a:fld>
            <a:endParaRPr lang="en-PL" dirty="0"/>
          </a:p>
        </p:txBody>
      </p:sp>
      <p:graphicFrame>
        <p:nvGraphicFramePr>
          <p:cNvPr id="5" name="Table 4">
            <a:extLst>
              <a:ext uri="{FF2B5EF4-FFF2-40B4-BE49-F238E27FC236}">
                <a16:creationId xmlns:a16="http://schemas.microsoft.com/office/drawing/2014/main" id="{B2A35603-BEBF-FD44-535F-77F545575945}"/>
              </a:ext>
            </a:extLst>
          </p:cNvPr>
          <p:cNvGraphicFramePr>
            <a:graphicFrameLocks noGrp="1"/>
          </p:cNvGraphicFramePr>
          <p:nvPr>
            <p:extLst>
              <p:ext uri="{D42A27DB-BD31-4B8C-83A1-F6EECF244321}">
                <p14:modId xmlns:p14="http://schemas.microsoft.com/office/powerpoint/2010/main" val="1617864885"/>
              </p:ext>
            </p:extLst>
          </p:nvPr>
        </p:nvGraphicFramePr>
        <p:xfrm>
          <a:off x="2031999" y="3073792"/>
          <a:ext cx="8128001" cy="185420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2905990999"/>
                    </a:ext>
                  </a:extLst>
                </a:gridCol>
                <a:gridCol w="1161143">
                  <a:extLst>
                    <a:ext uri="{9D8B030D-6E8A-4147-A177-3AD203B41FA5}">
                      <a16:colId xmlns:a16="http://schemas.microsoft.com/office/drawing/2014/main" val="177787441"/>
                    </a:ext>
                  </a:extLst>
                </a:gridCol>
                <a:gridCol w="1161143">
                  <a:extLst>
                    <a:ext uri="{9D8B030D-6E8A-4147-A177-3AD203B41FA5}">
                      <a16:colId xmlns:a16="http://schemas.microsoft.com/office/drawing/2014/main" val="1151135868"/>
                    </a:ext>
                  </a:extLst>
                </a:gridCol>
                <a:gridCol w="1161143">
                  <a:extLst>
                    <a:ext uri="{9D8B030D-6E8A-4147-A177-3AD203B41FA5}">
                      <a16:colId xmlns:a16="http://schemas.microsoft.com/office/drawing/2014/main" val="1713929204"/>
                    </a:ext>
                  </a:extLst>
                </a:gridCol>
                <a:gridCol w="1161143">
                  <a:extLst>
                    <a:ext uri="{9D8B030D-6E8A-4147-A177-3AD203B41FA5}">
                      <a16:colId xmlns:a16="http://schemas.microsoft.com/office/drawing/2014/main" val="462052990"/>
                    </a:ext>
                  </a:extLst>
                </a:gridCol>
                <a:gridCol w="1161143">
                  <a:extLst>
                    <a:ext uri="{9D8B030D-6E8A-4147-A177-3AD203B41FA5}">
                      <a16:colId xmlns:a16="http://schemas.microsoft.com/office/drawing/2014/main" val="1674606690"/>
                    </a:ext>
                  </a:extLst>
                </a:gridCol>
                <a:gridCol w="1161143">
                  <a:extLst>
                    <a:ext uri="{9D8B030D-6E8A-4147-A177-3AD203B41FA5}">
                      <a16:colId xmlns:a16="http://schemas.microsoft.com/office/drawing/2014/main" val="839807609"/>
                    </a:ext>
                  </a:extLst>
                </a:gridCol>
              </a:tblGrid>
              <a:tr h="370840">
                <a:tc>
                  <a:txBody>
                    <a:bodyPr/>
                    <a:lstStyle/>
                    <a:p>
                      <a:pPr algn="ctr"/>
                      <a:r>
                        <a:rPr lang="en-GB" b="0" dirty="0"/>
                        <a:t>Header</a:t>
                      </a:r>
                    </a:p>
                  </a:txBody>
                  <a:tcPr/>
                </a:tc>
                <a:tc>
                  <a:txBody>
                    <a:bodyPr/>
                    <a:lstStyle/>
                    <a:p>
                      <a:pPr algn="ctr"/>
                      <a:r>
                        <a:rPr lang="en-GB" b="0" dirty="0"/>
                        <a:t>Header</a:t>
                      </a:r>
                    </a:p>
                  </a:txBody>
                  <a:tcPr/>
                </a:tc>
                <a:tc>
                  <a:txBody>
                    <a:bodyPr/>
                    <a:lstStyle/>
                    <a:p>
                      <a:pPr algn="ctr"/>
                      <a:r>
                        <a:rPr lang="en-GB" b="0" dirty="0"/>
                        <a:t>Header</a:t>
                      </a:r>
                    </a:p>
                  </a:txBody>
                  <a:tcPr/>
                </a:tc>
                <a:tc>
                  <a:txBody>
                    <a:bodyPr/>
                    <a:lstStyle/>
                    <a:p>
                      <a:pPr algn="ctr"/>
                      <a:r>
                        <a:rPr lang="en-GB" b="0" dirty="0"/>
                        <a:t>Header</a:t>
                      </a:r>
                    </a:p>
                  </a:txBody>
                  <a:tcPr/>
                </a:tc>
                <a:tc>
                  <a:txBody>
                    <a:bodyPr/>
                    <a:lstStyle/>
                    <a:p>
                      <a:pPr algn="ctr"/>
                      <a:r>
                        <a:rPr lang="en-GB" b="0" dirty="0"/>
                        <a:t>Header</a:t>
                      </a:r>
                    </a:p>
                  </a:txBody>
                  <a:tcPr/>
                </a:tc>
                <a:tc>
                  <a:txBody>
                    <a:bodyPr/>
                    <a:lstStyle/>
                    <a:p>
                      <a:pPr algn="ctr"/>
                      <a:r>
                        <a:rPr lang="en-GB" b="0" dirty="0"/>
                        <a:t>Header</a:t>
                      </a:r>
                    </a:p>
                  </a:txBody>
                  <a:tcPr/>
                </a:tc>
                <a:tc>
                  <a:txBody>
                    <a:bodyPr/>
                    <a:lstStyle/>
                    <a:p>
                      <a:pPr algn="ctr"/>
                      <a:r>
                        <a:rPr lang="en-GB" b="0" dirty="0"/>
                        <a:t>Header</a:t>
                      </a:r>
                    </a:p>
                  </a:txBody>
                  <a:tcPr/>
                </a:tc>
                <a:extLst>
                  <a:ext uri="{0D108BD9-81ED-4DB2-BD59-A6C34878D82A}">
                    <a16:rowId xmlns:a16="http://schemas.microsoft.com/office/drawing/2014/main" val="4185387949"/>
                  </a:ext>
                </a:extLst>
              </a:tr>
              <a:tr h="370840">
                <a:tc>
                  <a:txBody>
                    <a:bodyPr/>
                    <a:lstStyle/>
                    <a:p>
                      <a:r>
                        <a:rPr lang="en-GB" sz="1200" dirty="0"/>
                        <a:t>Item row</a:t>
                      </a:r>
                    </a:p>
                  </a:txBody>
                  <a:tcPr anchor="ctr"/>
                </a:tc>
                <a:tc>
                  <a:txBody>
                    <a:bodyPr/>
                    <a:lstStyle/>
                    <a:p>
                      <a:endParaRPr lang="en-GB" sz="1200" dirty="0"/>
                    </a:p>
                  </a:txBody>
                  <a:tcPr anchor="ctr"/>
                </a:tc>
                <a:tc>
                  <a:txBody>
                    <a:bodyPr/>
                    <a:lstStyle/>
                    <a:p>
                      <a:endParaRPr lang="en-GB" sz="1200" dirty="0"/>
                    </a:p>
                  </a:txBody>
                  <a:tcPr anchor="ctr"/>
                </a:tc>
                <a:tc>
                  <a:txBody>
                    <a:bodyPr/>
                    <a:lstStyle/>
                    <a:p>
                      <a:endParaRPr lang="en-GB" sz="1200" dirty="0"/>
                    </a:p>
                  </a:txBody>
                  <a:tcPr anchor="ctr"/>
                </a:tc>
                <a:tc>
                  <a:txBody>
                    <a:bodyPr/>
                    <a:lstStyle/>
                    <a:p>
                      <a:endParaRPr lang="en-GB" sz="1200" dirty="0"/>
                    </a:p>
                  </a:txBody>
                  <a:tcPr anchor="ctr"/>
                </a:tc>
                <a:tc>
                  <a:txBody>
                    <a:bodyPr/>
                    <a:lstStyle/>
                    <a:p>
                      <a:endParaRPr lang="en-GB" sz="1200" dirty="0"/>
                    </a:p>
                  </a:txBody>
                  <a:tcPr anchor="ctr"/>
                </a:tc>
                <a:tc>
                  <a:txBody>
                    <a:bodyPr/>
                    <a:lstStyle/>
                    <a:p>
                      <a:endParaRPr lang="en-GB" sz="1200" dirty="0"/>
                    </a:p>
                  </a:txBody>
                  <a:tcPr anchor="ctr"/>
                </a:tc>
                <a:extLst>
                  <a:ext uri="{0D108BD9-81ED-4DB2-BD59-A6C34878D82A}">
                    <a16:rowId xmlns:a16="http://schemas.microsoft.com/office/drawing/2014/main" val="3848904372"/>
                  </a:ext>
                </a:extLst>
              </a:tr>
              <a:tr h="370840">
                <a:tc>
                  <a:txBody>
                    <a:bodyPr/>
                    <a:lstStyle/>
                    <a:p>
                      <a:r>
                        <a:rPr lang="en-GB" sz="1200" dirty="0"/>
                        <a:t>Item row</a:t>
                      </a:r>
                    </a:p>
                  </a:txBody>
                  <a:tcPr anchor="ctr"/>
                </a:tc>
                <a:tc>
                  <a:txBody>
                    <a:bodyPr/>
                    <a:lstStyle/>
                    <a:p>
                      <a:endParaRPr lang="en-GB" sz="1200" dirty="0"/>
                    </a:p>
                  </a:txBody>
                  <a:tcPr anchor="ctr"/>
                </a:tc>
                <a:tc>
                  <a:txBody>
                    <a:bodyPr/>
                    <a:lstStyle/>
                    <a:p>
                      <a:endParaRPr lang="en-GB" sz="1200" dirty="0"/>
                    </a:p>
                  </a:txBody>
                  <a:tcPr anchor="ctr"/>
                </a:tc>
                <a:tc>
                  <a:txBody>
                    <a:bodyPr/>
                    <a:lstStyle/>
                    <a:p>
                      <a:endParaRPr lang="en-GB" sz="1200" dirty="0"/>
                    </a:p>
                  </a:txBody>
                  <a:tcPr anchor="ctr"/>
                </a:tc>
                <a:tc>
                  <a:txBody>
                    <a:bodyPr/>
                    <a:lstStyle/>
                    <a:p>
                      <a:endParaRPr lang="en-GB" sz="1200" dirty="0"/>
                    </a:p>
                  </a:txBody>
                  <a:tcPr anchor="ctr"/>
                </a:tc>
                <a:tc>
                  <a:txBody>
                    <a:bodyPr/>
                    <a:lstStyle/>
                    <a:p>
                      <a:endParaRPr lang="en-GB" sz="1200" dirty="0"/>
                    </a:p>
                  </a:txBody>
                  <a:tcPr anchor="ctr"/>
                </a:tc>
                <a:tc>
                  <a:txBody>
                    <a:bodyPr/>
                    <a:lstStyle/>
                    <a:p>
                      <a:endParaRPr lang="en-GB" sz="1200" dirty="0"/>
                    </a:p>
                  </a:txBody>
                  <a:tcPr anchor="ctr"/>
                </a:tc>
                <a:extLst>
                  <a:ext uri="{0D108BD9-81ED-4DB2-BD59-A6C34878D82A}">
                    <a16:rowId xmlns:a16="http://schemas.microsoft.com/office/drawing/2014/main" val="2005953864"/>
                  </a:ext>
                </a:extLst>
              </a:tr>
              <a:tr h="370840">
                <a:tc>
                  <a:txBody>
                    <a:bodyPr/>
                    <a:lstStyle/>
                    <a:p>
                      <a:r>
                        <a:rPr lang="en-GB" sz="1200" dirty="0"/>
                        <a:t>Item row</a:t>
                      </a:r>
                    </a:p>
                  </a:txBody>
                  <a:tcPr anchor="ctr"/>
                </a:tc>
                <a:tc>
                  <a:txBody>
                    <a:bodyPr/>
                    <a:lstStyle/>
                    <a:p>
                      <a:endParaRPr lang="en-GB" sz="1200"/>
                    </a:p>
                  </a:txBody>
                  <a:tcPr anchor="ctr"/>
                </a:tc>
                <a:tc>
                  <a:txBody>
                    <a:bodyPr/>
                    <a:lstStyle/>
                    <a:p>
                      <a:endParaRPr lang="en-GB" sz="1200"/>
                    </a:p>
                  </a:txBody>
                  <a:tcPr anchor="ctr"/>
                </a:tc>
                <a:tc>
                  <a:txBody>
                    <a:bodyPr/>
                    <a:lstStyle/>
                    <a:p>
                      <a:endParaRPr lang="en-GB" sz="1200" dirty="0"/>
                    </a:p>
                  </a:txBody>
                  <a:tcPr anchor="ctr"/>
                </a:tc>
                <a:tc>
                  <a:txBody>
                    <a:bodyPr/>
                    <a:lstStyle/>
                    <a:p>
                      <a:endParaRPr lang="en-GB" sz="1200" dirty="0"/>
                    </a:p>
                  </a:txBody>
                  <a:tcPr anchor="ctr"/>
                </a:tc>
                <a:tc>
                  <a:txBody>
                    <a:bodyPr/>
                    <a:lstStyle/>
                    <a:p>
                      <a:endParaRPr lang="en-GB" sz="1200" dirty="0"/>
                    </a:p>
                  </a:txBody>
                  <a:tcPr anchor="ctr"/>
                </a:tc>
                <a:tc>
                  <a:txBody>
                    <a:bodyPr/>
                    <a:lstStyle/>
                    <a:p>
                      <a:endParaRPr lang="en-GB" sz="1200"/>
                    </a:p>
                  </a:txBody>
                  <a:tcPr anchor="ctr"/>
                </a:tc>
                <a:extLst>
                  <a:ext uri="{0D108BD9-81ED-4DB2-BD59-A6C34878D82A}">
                    <a16:rowId xmlns:a16="http://schemas.microsoft.com/office/drawing/2014/main" val="3815531633"/>
                  </a:ext>
                </a:extLst>
              </a:tr>
              <a:tr h="370840">
                <a:tc>
                  <a:txBody>
                    <a:bodyPr/>
                    <a:lstStyle/>
                    <a:p>
                      <a:r>
                        <a:rPr lang="en-GB" sz="1200" dirty="0"/>
                        <a:t>Item row</a:t>
                      </a:r>
                    </a:p>
                  </a:txBody>
                  <a:tcPr anchor="ctr"/>
                </a:tc>
                <a:tc>
                  <a:txBody>
                    <a:bodyPr/>
                    <a:lstStyle/>
                    <a:p>
                      <a:endParaRPr lang="en-GB" sz="1200"/>
                    </a:p>
                  </a:txBody>
                  <a:tcPr anchor="ctr"/>
                </a:tc>
                <a:tc>
                  <a:txBody>
                    <a:bodyPr/>
                    <a:lstStyle/>
                    <a:p>
                      <a:endParaRPr lang="en-GB" sz="1200"/>
                    </a:p>
                  </a:txBody>
                  <a:tcPr anchor="ctr"/>
                </a:tc>
                <a:tc>
                  <a:txBody>
                    <a:bodyPr/>
                    <a:lstStyle/>
                    <a:p>
                      <a:endParaRPr lang="en-GB" sz="1200"/>
                    </a:p>
                  </a:txBody>
                  <a:tcPr anchor="ctr"/>
                </a:tc>
                <a:tc>
                  <a:txBody>
                    <a:bodyPr/>
                    <a:lstStyle/>
                    <a:p>
                      <a:endParaRPr lang="en-GB" sz="1200"/>
                    </a:p>
                  </a:txBody>
                  <a:tcPr anchor="ctr"/>
                </a:tc>
                <a:tc>
                  <a:txBody>
                    <a:bodyPr/>
                    <a:lstStyle/>
                    <a:p>
                      <a:endParaRPr lang="en-GB" sz="1200" dirty="0"/>
                    </a:p>
                  </a:txBody>
                  <a:tcPr anchor="ctr"/>
                </a:tc>
                <a:tc>
                  <a:txBody>
                    <a:bodyPr/>
                    <a:lstStyle/>
                    <a:p>
                      <a:endParaRPr lang="en-GB" sz="1200" dirty="0"/>
                    </a:p>
                  </a:txBody>
                  <a:tcPr anchor="ctr"/>
                </a:tc>
                <a:extLst>
                  <a:ext uri="{0D108BD9-81ED-4DB2-BD59-A6C34878D82A}">
                    <a16:rowId xmlns:a16="http://schemas.microsoft.com/office/drawing/2014/main" val="986183742"/>
                  </a:ext>
                </a:extLst>
              </a:tr>
            </a:tbl>
          </a:graphicData>
        </a:graphic>
      </p:graphicFrame>
    </p:spTree>
    <p:extLst>
      <p:ext uri="{BB962C8B-B14F-4D97-AF65-F5344CB8AC3E}">
        <p14:creationId xmlns:p14="http://schemas.microsoft.com/office/powerpoint/2010/main" val="20351893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CDD5E9D-724C-4565-C1B1-5F99CD22CF5B}"/>
              </a:ext>
            </a:extLst>
          </p:cNvPr>
          <p:cNvSpPr>
            <a:spLocks noGrp="1"/>
          </p:cNvSpPr>
          <p:nvPr>
            <p:ph idx="1"/>
          </p:nvPr>
        </p:nvSpPr>
        <p:spPr/>
        <p:txBody>
          <a:bodyPr/>
          <a:lstStyle/>
          <a:p>
            <a:endParaRPr lang="en-GB"/>
          </a:p>
        </p:txBody>
      </p:sp>
      <p:sp>
        <p:nvSpPr>
          <p:cNvPr id="3" name="Title 2">
            <a:extLst>
              <a:ext uri="{FF2B5EF4-FFF2-40B4-BE49-F238E27FC236}">
                <a16:creationId xmlns:a16="http://schemas.microsoft.com/office/drawing/2014/main" id="{B12A3340-0C39-92A0-7F40-8CF4F98BE315}"/>
              </a:ext>
            </a:extLst>
          </p:cNvPr>
          <p:cNvSpPr>
            <a:spLocks noGrp="1"/>
          </p:cNvSpPr>
          <p:nvPr>
            <p:ph type="title"/>
          </p:nvPr>
        </p:nvSpPr>
        <p:spPr/>
        <p:txBody>
          <a:bodyPr/>
          <a:lstStyle/>
          <a:p>
            <a:endParaRPr lang="en-GB"/>
          </a:p>
        </p:txBody>
      </p:sp>
      <p:pic>
        <p:nvPicPr>
          <p:cNvPr id="6" name="Picture Placeholder 5" descr="A high angle view of a building with a painting on the wall&#10;&#10;Description automatically generated">
            <a:extLst>
              <a:ext uri="{FF2B5EF4-FFF2-40B4-BE49-F238E27FC236}">
                <a16:creationId xmlns:a16="http://schemas.microsoft.com/office/drawing/2014/main" id="{07C79D0A-B8D2-A64C-13B5-9C7FCBE1555B}"/>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20873848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73432BE-1D66-C607-AD23-201C92A4779A}"/>
              </a:ext>
            </a:extLst>
          </p:cNvPr>
          <p:cNvSpPr>
            <a:spLocks noGrp="1"/>
          </p:cNvSpPr>
          <p:nvPr>
            <p:ph idx="1"/>
          </p:nvPr>
        </p:nvSpPr>
        <p:spPr/>
        <p:txBody>
          <a:bodyPr/>
          <a:lstStyle/>
          <a:p>
            <a:endParaRPr lang="en-GB"/>
          </a:p>
        </p:txBody>
      </p:sp>
      <p:sp>
        <p:nvSpPr>
          <p:cNvPr id="3" name="Title 2">
            <a:extLst>
              <a:ext uri="{FF2B5EF4-FFF2-40B4-BE49-F238E27FC236}">
                <a16:creationId xmlns:a16="http://schemas.microsoft.com/office/drawing/2014/main" id="{D74961D7-A8C2-3916-A87A-75A003A53123}"/>
              </a:ext>
            </a:extLst>
          </p:cNvPr>
          <p:cNvSpPr>
            <a:spLocks noGrp="1"/>
          </p:cNvSpPr>
          <p:nvPr>
            <p:ph type="title"/>
          </p:nvPr>
        </p:nvSpPr>
        <p:spPr/>
        <p:txBody>
          <a:bodyPr/>
          <a:lstStyle/>
          <a:p>
            <a:endParaRPr lang="en-GB"/>
          </a:p>
        </p:txBody>
      </p:sp>
      <p:pic>
        <p:nvPicPr>
          <p:cNvPr id="6" name="Picture Placeholder 5" descr="A group of people in a building&#10;&#10;Description automatically generated">
            <a:extLst>
              <a:ext uri="{FF2B5EF4-FFF2-40B4-BE49-F238E27FC236}">
                <a16:creationId xmlns:a16="http://schemas.microsoft.com/office/drawing/2014/main" id="{C0245D3B-024D-B2A3-A513-F83D7C20F13B}"/>
              </a:ext>
            </a:extLst>
          </p:cNvPr>
          <p:cNvPicPr>
            <a:picLocks noGrp="1" noChangeAspect="1"/>
          </p:cNvPicPr>
          <p:nvPr>
            <p:ph type="pic" sz="quarter" idx="10"/>
          </p:nvPr>
        </p:nvPicPr>
        <p:blipFill rotWithShape="1">
          <a:blip r:embed="rId2" cstate="email">
            <a:extLst>
              <a:ext uri="{28A0092B-C50C-407E-A947-70E740481C1C}">
                <a14:useLocalDpi xmlns:a14="http://schemas.microsoft.com/office/drawing/2010/main"/>
              </a:ext>
            </a:extLst>
          </a:blip>
          <a:srcRect/>
          <a:stretch/>
        </p:blipFill>
        <p:spPr>
          <a:xfrm>
            <a:off x="3958542" y="1"/>
            <a:ext cx="8233458" cy="6858000"/>
          </a:xfrm>
        </p:spPr>
      </p:pic>
    </p:spTree>
    <p:extLst>
      <p:ext uri="{BB962C8B-B14F-4D97-AF65-F5344CB8AC3E}">
        <p14:creationId xmlns:p14="http://schemas.microsoft.com/office/powerpoint/2010/main" val="3954304634"/>
      </p:ext>
    </p:extLst>
  </p:cSld>
  <p:clrMapOvr>
    <a:masterClrMapping/>
  </p:clrMapOvr>
</p:sld>
</file>

<file path=ppt/theme/theme1.xml><?xml version="1.0" encoding="utf-8"?>
<a:theme xmlns:a="http://schemas.openxmlformats.org/drawingml/2006/main" name="Custom Design">
  <a:themeElements>
    <a:clrScheme name="Xebia">
      <a:dk1>
        <a:srgbClr val="595959"/>
      </a:dk1>
      <a:lt1>
        <a:srgbClr val="FFFFFF"/>
      </a:lt1>
      <a:dk2>
        <a:srgbClr val="6C1D5F"/>
      </a:dk2>
      <a:lt2>
        <a:srgbClr val="E7E6E6"/>
      </a:lt2>
      <a:accent1>
        <a:srgbClr val="491E47"/>
      </a:accent1>
      <a:accent2>
        <a:srgbClr val="5C4F61"/>
      </a:accent2>
      <a:accent3>
        <a:srgbClr val="9D92B2"/>
      </a:accent3>
      <a:accent4>
        <a:srgbClr val="F7F8FC"/>
      </a:accent4>
      <a:accent5>
        <a:srgbClr val="A1A1A1"/>
      </a:accent5>
      <a:accent6>
        <a:srgbClr val="222222"/>
      </a:accent6>
      <a:hlink>
        <a:srgbClr val="06A99C"/>
      </a:hlink>
      <a:folHlink>
        <a:srgbClr val="FF61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4" id="{D0CF30C0-046A-754F-8837-E9AE9AAB34A8}" vid="{063F94BA-A1EB-EC42-BDF6-3BAE2419E3B7}"/>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5429cfea-3f0d-4981-afe7-a053f7e299d1" xsi:nil="true"/>
    <lcf76f155ced4ddcb4097134ff3c332f xmlns="0e9c8240-0719-4f83-aadb-247aaf4e8de8">
      <Terms xmlns="http://schemas.microsoft.com/office/infopath/2007/PartnerControls"/>
    </lcf76f155ced4ddcb4097134ff3c332f>
    <SharedWithUsers xmlns="5429cfea-3f0d-4981-afe7-a053f7e299d1">
      <UserInfo>
        <DisplayName>Mark van Holsteijn</DisplayName>
        <AccountId>176</AccountId>
        <AccountType/>
      </UserInfo>
      <UserInfo>
        <DisplayName>Helen George</DisplayName>
        <AccountId>100</AccountId>
        <AccountType/>
      </UserInfo>
      <UserInfo>
        <DisplayName>SharingLinks.63f329ba-d967-4e2d-9e73-8049d22482e0.Flexible.425a05da-91c8-4f83-93c3-8c09d042b607</DisplayName>
        <AccountId>34</AccountId>
        <AccountType/>
      </UserInfo>
      <UserInfo>
        <DisplayName>Vivian Andringa</DisplayName>
        <AccountId>120</AccountId>
        <AccountType/>
      </UserInfo>
      <UserInfo>
        <DisplayName>Keith Landis</DisplayName>
        <AccountId>70</AccountId>
        <AccountType/>
      </UserInfo>
      <UserInfo>
        <DisplayName>Maureen Elsberry</DisplayName>
        <AccountId>44</AccountId>
        <AccountType/>
      </UserInfo>
      <UserInfo>
        <DisplayName>Israel Barriga</DisplayName>
        <AccountId>89</AccountId>
        <AccountType/>
      </UserInfo>
      <UserInfo>
        <DisplayName>Vivian Andringa</DisplayName>
        <AccountId>112</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0E81B3CF7ADF648A6EB7541842D17A0" ma:contentTypeVersion="15" ma:contentTypeDescription="Een nieuw document maken." ma:contentTypeScope="" ma:versionID="81c1c1ccc732741dd2d37df4029929c0">
  <xsd:schema xmlns:xsd="http://www.w3.org/2001/XMLSchema" xmlns:xs="http://www.w3.org/2001/XMLSchema" xmlns:p="http://schemas.microsoft.com/office/2006/metadata/properties" xmlns:ns2="0e9c8240-0719-4f83-aadb-247aaf4e8de8" xmlns:ns3="5429cfea-3f0d-4981-afe7-a053f7e299d1" targetNamespace="http://schemas.microsoft.com/office/2006/metadata/properties" ma:root="true" ma:fieldsID="f3ae7d64ef20f0e43788b5c1083d35e7" ns2:_="" ns3:_="">
    <xsd:import namespace="0e9c8240-0719-4f83-aadb-247aaf4e8de8"/>
    <xsd:import namespace="5429cfea-3f0d-4981-afe7-a053f7e299d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GenerationTime" minOccurs="0"/>
                <xsd:element ref="ns2:MediaServiceEventHashCode" minOccurs="0"/>
                <xsd:element ref="ns2:MediaServiceDateTaken" minOccurs="0"/>
                <xsd:element ref="ns2:MediaServiceOCR"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9c8240-0719-4f83-aadb-247aaf4e8de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4" nillable="true" ma:taxonomy="true" ma:internalName="lcf76f155ced4ddcb4097134ff3c332f" ma:taxonomyFieldName="MediaServiceImageTags" ma:displayName="Afbeeldingtags" ma:readOnly="false" ma:fieldId="{5cf76f15-5ced-4ddc-b409-7134ff3c332f}" ma:taxonomyMulti="true" ma:sspId="28eca5aa-3823-4333-92a0-adf3de86d96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429cfea-3f0d-4981-afe7-a053f7e299d1" elementFormDefault="qualified">
    <xsd:import namespace="http://schemas.microsoft.com/office/2006/documentManagement/types"/>
    <xsd:import namespace="http://schemas.microsoft.com/office/infopath/2007/PartnerControls"/>
    <xsd:element name="SharedWithUsers" ma:index="11"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Gedeeld met details" ma:internalName="SharedWithDetails" ma:readOnly="true">
      <xsd:simpleType>
        <xsd:restriction base="dms:Note">
          <xsd:maxLength value="255"/>
        </xsd:restriction>
      </xsd:simpleType>
    </xsd:element>
    <xsd:element name="TaxCatchAll" ma:index="15" nillable="true" ma:displayName="Taxonomy Catch All Column" ma:hidden="true" ma:list="{ea2d4676-6b97-4279-950a-ddc4bb98c9ea}" ma:internalName="TaxCatchAll" ma:showField="CatchAllData" ma:web="5429cfea-3f0d-4981-afe7-a053f7e299d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07BF0F8-7136-465C-A2E0-57A9192CF1F1}">
  <ds:schemaRefs>
    <ds:schemaRef ds:uri="http://schemas.microsoft.com/sharepoint/v3/contenttype/forms"/>
  </ds:schemaRefs>
</ds:datastoreItem>
</file>

<file path=customXml/itemProps2.xml><?xml version="1.0" encoding="utf-8"?>
<ds:datastoreItem xmlns:ds="http://schemas.openxmlformats.org/officeDocument/2006/customXml" ds:itemID="{B1A13215-7381-4E66-93E2-484FCC1A2A68}">
  <ds:schemaRefs>
    <ds:schemaRef ds:uri="http://schemas.openxmlformats.org/package/2006/metadata/core-properties"/>
    <ds:schemaRef ds:uri="http://purl.org/dc/elements/1.1/"/>
    <ds:schemaRef ds:uri="http://schemas.microsoft.com/office/2006/metadata/properties"/>
    <ds:schemaRef ds:uri="http://schemas.microsoft.com/office/2006/documentManagement/types"/>
    <ds:schemaRef ds:uri="5429cfea-3f0d-4981-afe7-a053f7e299d1"/>
    <ds:schemaRef ds:uri="http://purl.org/dc/dcmitype/"/>
    <ds:schemaRef ds:uri="http://schemas.microsoft.com/office/infopath/2007/PartnerControls"/>
    <ds:schemaRef ds:uri="http://purl.org/dc/terms/"/>
    <ds:schemaRef ds:uri="0e9c8240-0719-4f83-aadb-247aaf4e8de8"/>
    <ds:schemaRef ds:uri="http://www.w3.org/XML/1998/namespace"/>
  </ds:schemaRefs>
</ds:datastoreItem>
</file>

<file path=customXml/itemProps3.xml><?xml version="1.0" encoding="utf-8"?>
<ds:datastoreItem xmlns:ds="http://schemas.openxmlformats.org/officeDocument/2006/customXml" ds:itemID="{4A223097-69D6-45EB-AA94-D02C864265E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e9c8240-0719-4f83-aadb-247aaf4e8de8"/>
    <ds:schemaRef ds:uri="5429cfea-3f0d-4981-afe7-a053f7e299d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Xebia_General-Template</Template>
  <TotalTime>0</TotalTime>
  <Words>806</Words>
  <Application>Microsoft Office PowerPoint</Application>
  <PresentationFormat>Widescreen</PresentationFormat>
  <Paragraphs>117</Paragraphs>
  <Slides>37</Slides>
  <Notes>2</Notes>
  <HiddenSlides>2</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Custom Design</vt:lpstr>
      <vt:lpstr>PPT General Template</vt:lpstr>
      <vt:lpstr>Best practices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Martha Garron</dc:creator>
  <cp:lastModifiedBy>Martha Garron</cp:lastModifiedBy>
  <cp:revision>1</cp:revision>
  <cp:lastPrinted>2023-11-23T01:40:48Z</cp:lastPrinted>
  <dcterms:created xsi:type="dcterms:W3CDTF">2025-01-23T01:36:07Z</dcterms:created>
  <dcterms:modified xsi:type="dcterms:W3CDTF">2025-01-23T01:36:43Z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0x01010070E81B3CF7ADF648A6EB7541842D17A0</vt:lpwstr>
  </property>
  <property fmtid="{D5CDD505-2E9C-101B-9397-08002B2CF9AE}" pid="3" name="MediaServiceImageTags">
    <vt:lpwstr/>
  </property>
</Properties>
</file>